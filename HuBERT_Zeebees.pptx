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B9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8"/>
    <p:restoredTop sz="94645"/>
  </p:normalViewPr>
  <p:slideViewPr>
    <p:cSldViewPr snapToGrid="0">
      <p:cViewPr varScale="1">
        <p:scale>
          <a:sx n="111" d="100"/>
          <a:sy n="111" d="100"/>
        </p:scale>
        <p:origin x="2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18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24575,'38'0'0,"36"0"0,-20 0 0,11 0 0,10-1 0,14 1 0,9 0 0,1 1 0,-20 2 0,2 0 0,2 1 0,3 1 0,3 0 0,3 0-362,-4-1 1,3 1 0,4-1 0,1 1-1,2 0 1,1 0 0,-1 0 0,0 0 361,-8-1 0,1 1 0,2 0 0,-1 0 0,1-1 0,-1 1 0,-2 0 0,-1 0 0,-2-1 0,8 2 0,-2 0 0,-2-1 0,-1 1 0,0 0 0,1-1 0,2-1 0,-5 0 0,3-1 0,2 0 0,-1-1 0,-1 1 0,-3-1 0,-4 0 0,-6 1 0,22 0 0,-9 0 0,-3 0 0,5 0 0,-1 1 0,4 0 0,1 1 0,-3 0 0,-7 0-159,15 2 0,-8 1 0,1 0 159,2 1 0,1 1 0,-1-1 0,2 1 0,0 0 0,1-1 0,-25-2 0,0 1 0,1-1 0,0-1 0,2 1 0,-1-1 0,1 1 0,1-2 0,2 1 0,0-1 0,1 0 0,1 0-455,4-1 1,1 0 0,2 0 0,0-1 454,6 0 0,2-1 0,1-1 0,1 1-431,-15-1 1,1-1 0,1 1 0,0 0 0,1-2 430,3 1 0,1-1 0,0 0 0,0-1 0,1 0 0,3 0 0,0-1 0,1 0 0,0 0 0,1 0-142,-14 0 0,0 0 0,1-1 0,0 0 0,0 1 0,0-1 142,0 1 0,-1-1 0,0 1 0,1-1 0,0 1 0,2 0 0,5 0 0,1 1 0,1 0 0,0 0 0,0 0 0,0 1 0,-1 0 0,1-1 0,-1 2 0,1-1 0,-1 0 0,0 1 0,-2 0 0,1-1 0,-1 2 0,0-1 0,1 0 0,-1 0 0,2 0 0,0 0 0,0 0 0,-1 0 0,1 0 0,-2 0 0,-3 0 0,-2 0 0,1 0 0,-1 0 0,0 0 0,1 0 0,1 0 0,2 0 0,0 0 0,-1 0 0,-1 0 0,-1 0-114,8 0 0,-2 0 0,-1 0 0,-1 0 0,-2 0 114,12 0 0,-3 0 0,-1 0 0,-2 0 0,-8 0 0,-2 0 0,0 0 0,3 1 0,7 1 0,1 0 0,2 2 0,4 0-227,-23 0 1,2 0 0,1 1 0,2 0 0,2 1-1,2 0 227,-1 0 0,3 1 0,3 1 0,0-1 0,1 1 0,0 0 0,0 0 0,3 1 0,1 0 0,1 0 0,-1 0 0,1 0 0,-1 0 0,-1 0 0,-2-1 0,0 1 0,-1 0 0,0 0 0,0-1 0,-1 0 0,1 0 0,-4-1 0,1 0 0,-1 0 0,0-1 0,0 0 0,-2 0 0,-2-1-31,5 0 1,-2-1 0,-1 0 0,-1-1 0,-1 1 0,1-1 30,14 0 0,0 0 0,-1-1 0,0 0 0,-3 0 141,-7-1 0,-1-1 1,-1 0-1,-2 0 1,-1 0-142,11 1 0,-1-2 0,-2 1 0,-2 0 120,-7 1 0,-1-1 0,-1 1 1,-1 1-121,19 1 0,-2 1 0,-2 0 0,-3 1 0,-1 0 0,-1 1 0,-3 1 0,-1 0 0,-1 1 862,-6-1 1,0 1 0,-1-1-863,-3 0 0,0 1 0,-2 0 0,-4 1 0,0 0 0,-2 1 0,29 4 0,-1 1 1278,-6 1 1,-1-1-1279,-8-2 0,-2-2 996,-8-2 1,-2-2-997,-9-3 0,-3 0 1338,37-3-1338,-20-1 610,-15 0-610,-11 0 22,-14 0-22,-10 0 0,-13 0 0,-5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20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0 24575,'39'0'0,"42"13"0,-20-2 0,5 2 0,15 4 0,3 2 0,3 1 0,0 0 0,-1 0 0,-4 0 0,-27-7 0,-4 1 0,34 11 0,-62-13 0,-11-3 0,-10-3 0,-7-2 0,-6-2 0,-2-1 0,-1-1 0,5 3 0,0 5 0,-3 4 0,-7 7 0,-19 10 0,-30 12 0,15-12 0,-7 3 0,-19 9 0,-5 2 0,22-11 0,-1 0 0,-1 1 0,0 1 0,-1 1 0,2-1 0,-20 12 0,5-1 0,17-9 0,6-1 0,-22 14 0,36-19 0,19-10 0,11-10 0,6-9 0,3-1 0,2-5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22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1 24575,'-4'42'0,"-14"25"0,-2-11 0,-4 7 0,-8 19 0,-5 4 0,-3 3 0,-1 1 0,14-28 0,0 1 0,1-2 0,-9 26 0,4-3 0,5-8 0,4-1 0,4-3 0,3-2 0,5-11 0,3-3 0,0 32 0,5-23 0,6-14 0,4-4 0,6-3 0,5-2 0,1-7 0,3-11 0,5-8 0,7-7 0,5-4 0,4-3 0,3-2 0,4-3 0,6-6 0,2-3 0,-1-1 0,-9 4 0,-14 6 0,-14 0 0,-11 2 0,-6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2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24575,'22'0'0,"36"0"0,41 0 0,-22 0 0,7 0 0,9 0 0,3 0 0,-3 0 0,-3 0 0,-9 0 0,-7 0 0,17 0 0,-39 0 0,-31 0 0,-19 0 0,-9-2 0,-8-2 0,5 1 0,3-1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2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280 254 24575,'-22'0'0,"-3"0"0,-4-3 0,4-5 0,7-9 0,10-9 0,4-4 0,8-8 0,5 2 0,6 2 0,3 5 0,-1 11 0,1 7 0,-1 8 0,-2 3 0,0 0 0,-3 0 0,-1 0 0,-2 1 0,-2 5 0,-2 4 0,-2 4 0,-1 3 0,-2 3 0,0 4 0,0 5 0,0 6 0,-7 3 0,-8 1 0,-11 0 0,-8-2 0,-5-4 0,-19 2 0,15-16 0,-7-1 0,26-15 0,8-3 0,6-2 0,6-2 0,7 0 0,4 0 0,4 2 0,1 2 0,1 1 0,3 5 0,4 4 0,7 5 0,3 4 0,1-1 0,-1-2 0,-3-4 0,-2-3 0,-1-5 0,-2-1 0,-9-2 0,-4-1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2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0 24575,'-35'0'0,"-16"0"0,-11 0 0,-1 0 0,17 0 0,17 0 0,15 0 0,15 0 0,8 0 0,5 0 0,-1 2 0,-2 2 0,-3 3 0,-2 6 0,-2 1 0,-1 5 0,-1 4 0,-2 2 0,0 4 0,0-1 0,0-3 0,0-1 0,0-4 0,1-3 0,2-1 0,-1-5 0,0 0 0,-2-1 0,2-3 0,2-1 0,3-4 0,4-1 0,2-1 0,2 1 0,3-1 0,4 0 0,3 0 0,2 0 0,-1 1 0,-5 5 0,-1 4 0,-5 5 0,-4 2 0,-5 1 0,-4-1 0,-2-2 0,0-1 0,0 1 0,-1-2 0,-6 0 0,-7-4 0,-7-3 0,-8-3 0,-5-2 0,-1-1 0,-4 0 0,2 0 0,1-3 0,4 0 0,3-3 0,4-3 0,4-2 0,7 0 0,8 3 0,4 3 0,3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3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0 228 24575,'0'20'0,"0"7"0,0 6 0,0-2 0,0-9 0,0-6 0,0-3 0,0 0 0,0 1 0,0-5 0,0-6 0,0-11 0,0-16 0,0-10 0,0-15 0,0-12 0,5-5 0,4 1 0,5 11 0,1 18 0,0 16 0,-3 11 0,-1 7 0,-3 5 0,0 5 0,4 12 0,0-4 0,4 7 0,-3-8 0,3 0 0,1 2 0,-1 2 0,-2 1 0,-4 0 0,-5 0 0,-3-3 0,-1-1 0,1-1 0,0-2 0,0-1 0,-1-1 0,-1 2 0,0 5 0,0 6 0,0 7 0,0 1 0,0-3 0,1-7 0,1-7 0,2-7 0,1-3 0,1-10 0,0-11 0,1-14 0,-1-9 0,1-3 0,-1 4 0,-1 7 0,0 5 0,3 6 0,0 7 0,3 7 0,1 3 0,-1 1 0,0 0 0,1-2 0,-1 0 0,0 2 0,0 0 0,-2 3 0,2 3 0,1 6 0,3 7 0,3 6 0,5 5 0,0 2 0,0 0 0,-3-5 0,-5-3 0,-3-2 0,-6 4 0,-5-6 0,-1-2 0,0-15 0,0-3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3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19 24575,'-17'0'0,"-5"-4"0,-10-1 0,-4 0 0,0 1 0,7 4 0,9 0 0,7 2 0,7 6 0,2 6 0,4 5 0,0 1 0,0-2 0,0-4 0,1-3 0,3-5 0,4-3 0,5-1 0,3 0 0,4 5 0,0 5 0,0 3 0,-2 3 0,-5-4 0,-4-2 0,-4-1 0,-4 1 0,1 1 0,-3 1 0,-5-1 0,-8-3 0,-9-2 0,-6-4 0,0-3 0,3-1 0,4 0 0,5 0 0,2 0 0,9 0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38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0 176 24575,'0'17'0,"13"16"0,14 12 0,19 9 0,16-1 0,2-12 0,2-6 0,-5-8 0,-5-5 0,0-4 0,-3-6 0,0-4 0,3-4 0,5-1 0,12 2 0,9 1 0,6 2 0,7 0 0,0-2 0,0 0 0,-45-4 0,1 0 0,4-1 0,1 1 0,5-1 0,0 0 0,5-1 0,2 0 0,2 0 0,1 0 0,-2 0 0,0 0 0,-3 0 0,-1 0 0,-6 0 0,-2 0 0,40 0 0,-14 0 0,-9-2 0,-3-5 0,1-5 0,3-4 0,-2 1 0,-6 2 0,-10 2 0,-7 0 0,-3-1 0,4-4 0,4-5 0,2-5 0,2-2 0,-2-1 0,-4 3 0,-1 1 0,-2 0 0,1 2 0,2-3 0,-1 1 0,-3 3 0,-5 0 0,-3 1 0,-6-3 0,-2-1 0,-6-1 0,-5 4 0,-3 5 0,-3 3 0,-5 3 0,-1 2 0,-5 1 0,-2 5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4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505 227 24575,'-9'0'0,"-18"0"0,-21 0 0,-16 0 0,0-4 0,18-9 0,11-29 0,24 7 0,0-19 0,15 28 0,7 4 0,6 9 0,5 6 0,2 1 0,-1 4 0,-1 0 0,-2 4 0,-7 10 0,-3 10 0,-6 10 0,-4 7 0,0 8 0,-2 7 0,-8 5 0,-9 4 0,-13-3 0,-10-4 0,-6-9 0,-5-11 0,2-13 0,8-12 0,11-8 0,15-9 0,9-6 0,5-4 0,5-1 0,4 6 0,5 6 0,4 3 0,2 3 0,6 14 0,-6 2 0,8 15 0,-6-3 0,4 1 0,1-4 0,0-5 0,-2-7 0,-2-6 0,-10-6 0,-2-2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4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0 213 24575,'0'12'0,"0"10"0,0 11 0,0 9 0,0 9 0,0 25 0,0-19 0,0 15 0,0-32 0,0-3 0,5-6 0,7-3 0,4-3 0,3-5 0,-1-2 0,1-8 0,2-4 0,1-4 0,2-2 0,-1 0 0,0-1 0,1-5 0,1-11 0,2-9 0,-1-11 0,-1-9 0,-3-5 0,-3-4 0,-6-4 0,-6-1 0,-4-6 0,-4 0 0,-7 3 0,-10 4 0,-11 10 0,-8 10 0,2 7 0,1 11 0,5 10 0,6 4 0,0 4 0,3-1 0,0-2 0,2 1 0,3 0 0,3 5 0,4 7 0,3 7 0,3 8 0,1 4 0,-1-2 0,-1-2 0,1-4 0,1 0 0,1-2 0,0-1 0,0 0 0,0-2 0,0 0 0,0 2 0,0 0 0,0 2 0,0-8 0,0-2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44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1 217 24575,'0'21'0,"0"21"0,0 21 0,0 13 0,0-10 0,0-14 0,1-18 0,2-16 0,1-12 0,2-8 0,-2-7 0,1-5 0,1-4 0,-1-5 0,1-7 0,-1-7 0,0-7 0,3-4 0,2-1 0,4 2 0,3 5 0,2 12 0,2 10 0,2 10 0,-1 6 0,0 3 0,-5 6 0,-3 9 0,-2 7 0,-3 11 0,-2 8 0,-1 5 0,-1 7 0,0-1 0,0-4 0,-1-9 0,1-10 0,-3-7 0,0-5 0,-1-3 0,1-8 0,2-11 0,0-16 0,-1-18 0,0-21 0,2-14 0,3-12 0,6 0 0,2 9 0,0 15 0,1 20 0,-1 20 0,0 13 0,-4 12 0,-3 5 0,-4 8 0,-1 5 0,5 7 0,3 10 0,5 9 0,3 10 0,-2 0 0,-3-6 0,-5-12 0,-5-11 0,-3-8 0,-2-11 0,0-3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46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24575,'-22'0'0,"-17"0"0,-15 1 0,-3 6 0,13 9 0,19 7 0,14 6 0,7 0 0,3 2 0,7 2 0,12-2 0,17 0 0,38 6 0,-6-5 0,-1-5 0,-26-8 0,-26-8 0,-6 3 0,-6 2 0,-6 3 0,-13 1 0,-17 2 0,-16-1 0,-13-7 0,0-6 0,8-6 0,10-8 0,19-6 0,13-5 0,7-2 0,6 10 0,1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4:59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1 293 24575,'24'24'0,"43"34"0,-16-20 0,10 3 0,8 2-1376,-7-7 1,6 1-1,5 0 1,3 1 0,3-2 1375,3 1 0,3-1 0,4 0 0,4-1 0,4-2 0,6-1 0,-24-11 0,4-1 0,5-1 0,3 0 0,1-2 0,3 0 0,-1 0 0,0-2 0,-2 0 0,-2 0 0,-4-1 0,15 2 0,-4-1 0,-2-1 0,-1 0 0,0-2 0,2-1 0,1 0 0,3-2-270,-6-1 0,3-1 0,2 0 1,2-1-1,1-1 0,-2-1 0,-1-1 1,-3-1-1,-4 0 0,-6-2 270,17-2 0,-5-1 0,-5-2 0,-3-1 0,0-1 0,0 0 0,12-1 0,-1-1 0,-2-1 0,-1-1 0,-2 0 116,-10-1 1,-2-1 0,-1 0 0,-1-1 0,-2 1-117,12-3 0,-3-1 0,0 1 0,-2 0 0,-5 1 0,0 0 0,-2 0 0,0 2-174,-4 0 1,0 2 0,-1 0 0,0 0 173,21-1 0,1 2 0,-2 0 0,-3 3 0,-1 1 0,0 1 0,-1 1 0,-1 2 0,1 0 0,1 1 0,0-1 0,1 2 0,2 1 0,1 2 0,0 0 0,3 2 0,1 1 0,0 3 0,-22-2 0,0 2 0,0 1 0,0 1 0,2 1 0,1 1 0,-1 0 0,0 1 0,-1 0 0,1 0 0,-2 1 0,1 0 0,21 4 0,-2 2 0,0-2 0,-9 0 0,-1-1 0,-1 0 0,-3 0 0,-2 1 0,-1-1 725,-6-1 1,-1-1 0,-1 0-726,-3-1 0,-1-1 0,-1 0 0,27 7 0,-2 0 1994,-11-1 0,-3 0-1994,-6 1 0,-4 2 942,-9 1 1,-3 1-943,-7 2 0,-3 2 604,-6 2 1,-1 2-605,-2 3 0,-1 2 425,29 37-425,-7-3 0,-10-14 0,-13-16 0,-8-14 0,-8-13 0,-6-12 0,-5-9 0,-4-13 0,-2-12 0,-2-13 0,0-12 0,0-12 0,0-7 0,2 23 0,3-1 0,21-38 0,7 7 0,22 27 0,8 23 0,19 4 0,-32 14 0,3 3 0,8 1 0,1 3 0,2 1 0,1 1 0,-1 2 0,3 2 0,22 1 0,-2 0 0,-27 1 0,-2 0 0,15 1 0,-7 0 0,-10 0 0,13 0 0,14 0 0,0 0 0,9 0 0,5 0-770,-7 0 1,4 0 0,5 0 0,3 0 769,-18 0 0,3 0 0,2 0 0,2 0 0,1 0 0,0 0-548,-8 0 0,1 0 1,1 0-1,0 0 0,1 0 1,0 0-1,0 0 548,3 0 0,1 0 0,0 0 0,0 0 0,1 0 0,-1 0 0,1 0 0,3 0 0,0 0 0,1 0 0,0 0 0,-1 0 0,-1 0 0,-1 0-357,7 0 0,1 0 0,-2 0 0,-1 0 1,-2 0-1,-2 0 357,5 0 0,-2 0 0,-2 0 0,-2 0 0,-1 0-205,-8 0 0,-1 0 1,-2 0-1,-1 0 1,-3 0 204,10 0 0,-3 0 0,-1 0 0,-3 0 457,15 0 0,-3 0 0,-1 0-457,-8 0 0,-1 0 0,-2 0 0,-5-1 0,-1 0 0,-2-1 0,28-1 0,-1-1 1590,-3-1 0,0-1-1590,-4-1 0,-1 0 0,-4-1 0,-1 0 0,-4 1 0,0-1 1401,1 0 0,0-1-1401,-1 1 0,-1-1 0,2 0 0,1 0 0,1-1 0,1-1 0,-1 2 0,-1 0 873,-4 0 0,-1 1-873,-7 1 0,-3 1 387,-6 1 1,-3 0-388,-8 1 0,0-1 201,42-7-201,-6-7 0,-5-6 0,-9-5 0,-11-3 0,-7-4 0,-6-3 0,0-4 0,-17 6 0,-2-3 0,17-29 0,-16 18 0,-2-2 0,-8 7 0,-3 0 0,1-3 0,-1 1 0,-2 0 0,-1 2 0,5-32 0,-10 23 0,-6 27 0,-5 16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5:02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24575,'0'82'0,"0"-29"0,0 4 0,0 24 0,0 6 0,0 9 0,0 3 0,0-31 0,0 0 0,0 0 0,0 32 0,0-3 0,0-11 0,0-3 0,0-8 0,0-4 0,0-10 0,0-3 0,0 37 0,0-22 0,0-21 0,0-19 0,0-11 0,2-10 0,3-10 0,3-14 0,5-17 0,3-14 0,2-12 0,5-8 0,8-4 0,10-4 0,15-2 0,-23 33 0,1-1 0,1 0 0,0 0 0,-2 2 0,-1 0 0,18-31 0,-15 10 0,-14 9 0,-9 9 0,-7 8 0,-9 8 0,-8 4 0,-6 1 0,1-1 0,6-4 0,6 1 0,5 3 0,2 4 0,3 8 0,2 4 0,1 6 0,-4 3 0,-5 5 0,-5 7 0,-4 5 0,-4 8 0,-2 2 0,-5 1 0,1 0 0,1-4 0,4-1 0,3-3 0,2-2 0,2-1 0,1-2 0,3 0 0,0-2 0,-1 1 0,0-1 0,1-2 0,2-5 0,3-10 0,7-18 0,15-20 0,12-14 0,14-15 0,-16 29 0,1 0 0,2-2 0,2 1 0,4-1 0,2 1 0,-1 4 0,0 4 0,35-18 0,-8 16 0,-5 10 0,3 1 0,3-2 0,-3 1 0,-13 7 0,-19 5 0,-19 7 0,-16 3 0,-18 0 0,-12 10 0,-13 10 0,-10 12 0,-7 12 0,-13 5 0,27-19 0,-3 1 0,-12 5 0,-5 0 0,-9 3 0,-4 1 0,-3 0 0,-1-1 0,3-1 0,3-3 0,11-5 0,4-3 0,10-5 0,5-2 0,-22 8 0,23-8 0,15-5 0,13-4 0,12-5 0,9-2 0,11-2 0,11 0 0,12 4 0,16 9 0,16 12 0,15 15 0,-34-12 0,2 4 0,6 6 0,0 3 0,6 6 0,1 3 0,-1 1 0,0 0 0,-2-2 0,-1-2 0,-4-5 0,-1-3 0,-6-5 0,-1-4 0,36 18 0,-21-14 0,-21-10 0,-17-10 0,-14-4 0,-11-6 0,-11-5 0,1 0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5:0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1 328 24575,'0'17'0,"0"29"0,0 38 0,0-26 0,0 4 0,0 3 0,0 1 0,0 9 0,0-3 0,0 16 0,0-5 0,0-56 0,0-13 0,0-21 0,3-23 0,4-23 0,5-19 0,4-13 0,-1 16 0,1-1 0,-2 17 0,0 1 0,5-15 0,2 5 0,10-5 0,3 19 0,-1 19 0,-2 12 0,-4 11 0,-5 4 0,0 2 0,1 8 0,6 13 0,4 14 0,2 17 0,-3 7 0,-5 2 0,-8 0 0,-8-6 0,-5-2 0,-6-5 0,2-6 0,1-9 0,1-10 0,2-11 0,-1-6 0,3-4 0,-2-4 0,1-7 0,-2-18 0,0-21 0,-1-24 0,2-21 0,-1 42 0,1-1 0,2-3 0,0-2 0,3 1 0,1 1 0,1 3 0,1 2 0,16-35 0,0 28 0,-3 26 0,-3 18 0,-1 11 0,-12 7 0,3 11 0,-7 12 0,6 15 0,6 18 0,2 10 0,1 12 0,1 4 0,-1-3 0,-1-7 0,-6-12 0,-7-12 0,-4-15 0,-3-10 0,3-12 0,4-7 0,0-6 0,1-9 0,-1-7 0,-1-6 0,1-1 0,-2 7 0,-2 9 0,-2 6 0,-2 3 0,0-2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5:07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1 287 24575,'27'0'0,"20"0"0,34-2 0,6-2 0,6-4 0,-8 3 0,-10-5 0,-39-10 0,-10-4 0,-11-23 0,-8 9 0,-12-13 0,-15 20 0,-15 8 0,-15 8 0,-7 9 0,-5 3 0,4 3 0,6 2 0,12 7 0,12 8 0,12 7 0,8 4 0,5-2 0,3-4 0,0-4 0,0-4 0,0-1 0,0 2 0,0 10 0,0 5 0,1 4 0,3-5 0,5-8 0,5-4 0,7-2 0,5 1 0,6 1 0,5-4 0,4-5 0,-2-6 0,-1-2 0,-2 0 0,-5 0 0,-1 0 0,-3 0 0,0 0 0,-13 0 0,-3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5:0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37 24575,'-27'0'0,"-6"0"0,-12 0 0,1 0 0,8 0 0,7 3 0,9 8 0,2 11 0,-2 11 0,0 7 0,-2 2 0,5-5 0,5-3 0,5-7 0,4 0 0,1 1 0,2-2 0,0-2 0,0-7 0,2-4 0,6 0 0,8-2 0,6 2 0,3-1 0,1-4 0,0-3 0,0-3 0,3-4 0,1-8 0,1-12 0,1-9 0,-3-4 0,-1 0 0,-2-3 0,-5-1 0,0-5 0,-4 0 0,-6 4 0,-5 5 0,-5 6 0,-1 4 0,0 3 0,0 2 0,0 6 0,0 16 0,-2 18 0,-2 12 0,-1 6 0,0 3 0,3 2 0,1 12 0,1 6 0,1 4 0,6-4 0,4-11 0,3-13 0,0-11 0,-3-8 0,-6-9 0,-2-4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5:10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24575,'0'32'0,"0"25"0,0 29 0,0-35 0,0 1 0,0 45 0,0-17 0,0-22 0,0-19 0,0-13 0,0-8 0,0-5 0,0 0 0,0-6 0,0-11 0,0-14 0,0-17 0,0-18 0,0-8 0,0-5 0,3 0 0,3 1 0,5-4 0,5-4 0,4 1 0,4 9 0,1 15 0,0 17 0,1 14 0,-3 9 0,-1 5 0,-2 2 0,-2 1 0,-1 4 0,0 5 0,3 10 0,3 12 0,6 11 0,3 12 0,-1 6 0,-4 3 0,-4 0 0,-6-5 0,-3-2 0,-6 0 0,-4 3 0,-2 0 0,-2-5 0,0-9 0,0-12 0,1-11 0,-1-12 0,1-5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5:12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 24575,'-25'0'0,"-15"0"0,-15 0 0,-3 0 0,9 0 0,12 4 0,9 4 0,7 8 0,7 4 0,7 0 0,4-1 0,3-2 0,0 0 0,0 1 0,2-1 0,5 0 0,6 2 0,7 4 0,6 6 0,8 6 0,7 2 0,0-3 0,0-3 0,-5-3 0,-6-2 0,-5-1 0,-7-3 0,-8-2 0,-4-1 0,-4-4 0,-2-2 0,-1-1 0,-6 0 0,-7 1 0,-6 2 0,-6-1 0,-2 1 0,-3-1 0,-3-2 0,-2-3 0,-2-4 0,0-3 0,3-2 0,1 0 0,2 0 0,2 1 0,13-1 0,5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6:13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24575,'0'14'0,"0"8"0,0 11 0,-2 10 0,0 0 0,-1 0 0,-1-5 0,1-6 0,1-3 0,0-4 0,2-4 0,0-1 0,0-3 0,0 0 0,0 0 0,0 0 0,0-2 0,0-2 0,0-4 0,0-1 0,1-3 0,3 2 0,5-3 0,3 0 0,2-2 0,-1-2 0,0 0 0,1 0 0,-2 0 0,2-1 0,-3-3 0,-1-1 0,-2-3 0,-1 1 0,1 1 0,-1-3 0,1 0 0,-2-2 0,-2-2 0,-2 1 0,0-2 0,1 0 0,1-2 0,0-1 0,0 0 0,2 0 0,1 2 0,0 0 0,-1 0 0,-2 0 0,-2-2 0,-1-1 0,-1 1 0,0 2 0,0 1 0,0 1 0,0 0 0,-2-2 0,-2 0 0,-2-3 0,-1 1 0,1 0 0,-2 4 0,-3 5 0,-4 5 0,-1 3 0,1 0 0,2 0 0,1 0 0,0 0 0,1 0 0,1 0 0,2 1 0,2 3 0,1 0 0,-1 2 0,2-1 0,1-3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6:22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172 221 24575,'-6'0'0,"-4"0"0,-2 0 0,-2 0 0,3 0 0,1 0 0,-1 0 0,2 0 0,-3 3 0,1 3 0,-2 5 0,0 2 0,2-1 0,0-3 0,4 1 0,1-1 0,3 2 0,2 1 0,1 0 0,0 1 0,0-2 0,0 1 0,1-3 0,3 0 0,5-3 0,4-3 0,6-2 0,7-1 0,5-1 0,27-12 0,-14 0 0,15-13 0,-17 1 0,2-7 0,0-5 0,-2-2 0,-8 1 0,-13 2 0,-10 4 0,-7 3 0,-9 4 0,-9 4 0,-9 6 0,-11 8 0,-5 3 0,-1 6 0,1 7 0,6 6 0,3 5 0,6 3 0,4-1 0,6-2 0,4 2 0,3-2 0,0 0 0,-1 3 0,-1 0 0,-1 4 0,-3 3 0,0-3 0,1-4 0,5-11 0,2-4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6:25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79 202 24575,'14'0'0,"11"0"0,14 0 0,10 0 0,-1 0 0,-6-2 0,-11-2 0,-8-5 0,-3-4 0,-7-2 0,-1 0 0,-4 0 0,-4 0 0,0-2 0,-1-3 0,-1 0 0,0 2 0,-4 5 0,-5 4 0,-10 4 0,-13 3 0,-8 2 0,-6 0 0,-3-1 0,3-1 0,0 0 0,9-1 0,9 2 0,7 2 0,7 4 0,3 7 0,4 8 0,-2 7 0,-1 5 0,-2-2 0,1-4 0,4-5 0,5-7 0,6-5 0,8-5 0,10-4 0,7 0 0,8 0 0,14 2 0,-25-1 0,3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6:35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44 333 24575,'21'0'0,"9"0"0,8 0 0,0 0 0,-11 0 0,-5 0 0,-3-2 0,-4-5 0,0-4 0,-4-3 0,-2 1 0,-3 2 0,-2 1 0,0 0 0,-1-3 0,-1-2 0,-1-1 0,-1-1 0,0-3 0,-1 1 0,-4 2 0,-6 3 0,-8 4 0,-6 1 0,0-2 0,3 1 0,4-1 0,5 2 0,1 0 0,1 0 0,-2-1 0,-9-4 0,7 4 0,-6 1 0,9 7 0,0 2 0,1 1 0,0 3 0,1 3 0,3 1 0,0 0 0,3 0 0,2-2 0,2 1 0,0 1 0,0 3 0,0 4 0,1 1 0,2 1 0,1 0 0,2 1 0,2-3 0,-3-2 0,2-3 0,-1-2 0,0-1 0,1 1 0,-2-1 0,-1 2 0,-2 1 0,-1 0 0,0 2 0,1 3 0,0 5 0,1 5 0,1 0 0,-2-4 0,0-10 0,-1-5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7:43.8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8:03.8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5050 1886 24575,'0'-21'0,"-4"-18"0,-12-44 0,3 29 0,-2-4 0,-5-9 0,-3-2 0,-3 1 0,-1 1 0,-1 8 0,-2 1 0,-1 3 0,-1 2 0,-1 7 0,-1 2 0,0 6 0,0 2 0,-33-25 0,0 9 0,3 4 0,0 0 0,13 11 0,-2 1 0,8 8 0,0 1 0,-20-11 0,-2 1 0,14 11 0,0 1 0,-3-3 0,0-1 0,-2-2 0,2 0 0,0-1 0,1-1 0,-1 1 0,-1 0 0,0 2 0,-3 3 0,-8 1 0,-3 4 0,-9 1 0,-4 3 0,-9 3 0,-3 1 0,-1 4 0,-1 2 0,1 0 0,1 1 0,2 2 0,0-1 0,5 1 0,2 0 0,2-2 0,0 1 0,5 0 0,0 2 0,6 0 0,2 2 0,2 0 0,3 1 0,4 1 0,2 0 0,4 0 0,2 0 0,2 0 0,2 0 0,-46 0 0,4 0 0,8 4 0,7 6 0,7 10 0,8 7 0,6 5 0,8 2 0,8 0 0,5 1 0,4 3 0,0 6 0,1 3 0,-1 4 0,0 1 0,0 2 0,3 3 0,4 2 0,2 5 0,3 5 0,4 0 0,2 1 0,5-5 0,2-1 0,0-1 0,-1-1 0,-5-3 0,1-3 0,1-4 0,2-2 0,1 1 0,0 0 0,-2 3 0,1 6 0,0 5 0,2-12 0,0 1 0,-5 27 0,-3 17 0,5-44 0,1-11 0,2-5 0,0 3 0,2 8 0,2 9 0,1 12 0,2 8 0,0 4 0,0 2 0,0 0 0,0-3 0,2-2 0,3-5 0,5-2 0,5 1 0,2 0 0,2 0 0,-1 0 0,2 0 0,2 0 0,3 0 0,3-4 0,1-8 0,5-9 0,3-6 0,4-9 0,3-5 0,3-4 0,9-5 0,18 0 0,21-1 0,-39-10 0,1 0 0,3 1 0,1-1 0,-3 0 0,-1 0 0,0-1 0,-1 1 0,-3 0 0,-1 0 0,1-1 0,0 1 0,2-2 0,2 0 0,5-3 0,1-1 0,5-2 0,1-1 0,8-2 0,1-1 0,0 0 0,-1 0 0,1 0 0,1 0 0,8 0 0,0 0 0,-5 0 0,0 0 0,1 0 0,1 0 0,-5 0 0,-1 0 0,-8 0 0,-2 0 0,-2 0 0,-1 0 0,-3 0 0,-2 0 0,0 0 0,-1 0 0,0 0 0,0 0 0,2 0 0,0 0 0,1 0 0,-1 0 0,-1-1 0,0 0 0,-2-2 0,0-1 0,-4-2 0,-1-2 0,44-14 0,-10-3 0,-4-2 0,-3-3 0,0 2 0,-3-3 0,-5-1 0,-3-3 0,-3-6 0,-4-4 0,-7 2 0,-5-3 0,-8-2 0,-4-5 0,-1-11 0,-4-10 0,1-16 0,-18 38 0,-1-1 0,-2-4 0,-3-1 0,-2-2 0,-1 1 0,-4 3 0,-1 2 0,-2 2 0,0 1 0,0-39 0,0 7 0,0 2 0,0 2 0,-2 3 0,0 7 0,-3 8 0,-4 10 0,0 6 0,0 2 0,0 2 0,2 0 0,-1 2 0,1 5 0,3 4 0,-1 6 0,0 6 0,1 6 0,0 3 0,0 4 0,1 0 0,-3 4 0,2 0 0,1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8:07.7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5296 3764 24575,'-2'-29'0,"-7"-25"0,-5 3 0,-4-10 0,-1-5 0,-2-7 0,-1-4-844,1 8 1,0-2-1,-2-3 1,0-1 843,-1-8 0,-2-2 0,0-2 0,1 1 0,1 0 0,0-1 0,-1 0 0,0-1 0,-4-7 0,-1-2 0,0 2 0,1 6 0,0 0 0,1 6 0,-2-1 265,-3-8 1,-3-1 0,1 12-266,-2 13 0,-1 9 306,0 7 0,0 2-306,1 3 0,1 2 0,2 0 0,1 1 0,1-2 0,2-1 872,0-1 0,0-2-872,-1 1 0,-1 0 110,-3 0 1,-2 1-111,-3 1 0,-1 1 0,-4 1 0,-1 2 0,-2-1 0,-3 2 0,-1 2 0,-2 1 0,-4 2 0,-1 1 0,-2 4 0,-2 3 0,-2 2 0,-1 3 0,-7 1 0,-1 2 0,-4 2 0,-3 1 0,-5 1 0,-2 3 0,2 1 0,0 4 0,3 2 0,0 3 0,-3 2 0,-1 0 0,4 2 0,0 0 0,0 3 0,1 2 0,2 4 0,3 4 0,9 3 0,2 4 0,4 3 0,2 4 0,6-1 0,3 3 0,8 0 0,2 3 0,3 3 0,2 2 0,1 3 0,2 2 0,1 4 0,1 3 0,-1 2 0,2 3 0,1 1 0,1 1 0,-2 8 0,1 1 0,0 5 0,-1 2 0,-3 5 0,0 1 0,-2 2 0,-1 0 0,0-3 0,0 0 0,0-2 0,0-1 0,2-5 0,1 0 0,2-3 0,1 1 0,2-3 0,2 1 0,3-2 0,0 0 0,2 4 0,0 1 0,1 2 0,1 1 0,0 0 0,0 1 0,0 0 0,0-1 0,0-2 0,0 0 0,1-3 0,-1-1 0,1-1 0,0-2 0,-1 0 0,1-2 0,0-4 0,0 0 0,2-3 0,1-1 0,1-3 0,2-1 0,-3 38 0,8-7 0,4-5 0,3-3 0,0 2 0,0 2 0,0 1 0,0-2 0,1-3 0,3-6 0,7 2 0,12 6 0,13 4 0,9 5 0,8-3 0,8 0 0,-29-39 0,2-1 0,1 1 0,3 1 0,17 15 0,2 0 0,-12-11 0,0 0 0,15 13 0,0 0 0,-14-14 0,-1-2 0,5 4 0,2 0 0,0 0 0,1-1 0,8 2 0,2-1 0,7 2 0,2-2 0,4-4 0,3-3 0,7-6 0,1-4 0,-10-8 0,-5-3 0,-15-6 0,-6-2 0,16 8 0,-41 3 0,-10 3 0,-5 2 0,-2-4 0,13-7 0,45-11 0,0-7 0,11-4 0,-11 1 0,5-1 0,3-1-433,15-1 1,5-1-1,1 0 433,2-1 0,2 1 0,-1-1 0,-5-1 0,0 0 0,0-1 0,-3 0 0,1-1 0,-4-1-123,-12 1 0,-2-1 1,-2-2 122,-4 1 0,-2-1 0,-1-1 0,19-6 0,-4-2 0,-14 2 0,-4-1 0,-7 2 0,-5-1 0,35-24 0,-6-6 636,-39 23 0,1-3-636,4-4 0,1-2 197,0-1 0,0 0-197,-1-2 0,0 1 0,-5 3 0,-1 0 0,-4 3 0,0 0 0,-1-3 0,0-1 0,-1-2 0,-1-2 0,2-4 0,-1-2 0,0-3 0,-2-2 0,-4 3 0,-2 0 0,-3 2 0,-2 1 0,9-42 0,-12 5 0,-10 3 0,-4 2 0,-3 2 0,-3 6 0,-6 4 0,-5 5 0,-6 8 0,-3 4 0,-1 7 0,0 4 0,0 4 0,1 4 0,-4-1 0,7 16 0,0 2 0,5 14 0,-3-1 0,-2-3 0,-3-3 0,5 1 0,6 2 0,5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8:17.2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181 110 24575,'-9'-7'0,"-5"-3"0,-9-4 0,-5-3 0,1-1 0,2 2 0,5 4 0,6 4 0,3 3 0,6 4 0,1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1:18:19.6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4378 24575,'0'83'0,"0"0"0,0 0 0,0-9 0,0-1 0,0 6 0,0 10 0,0 8 0,0 1 0,0-6-572,0 6 0,0-5 1,0-1 571,0-6 0,1-1 0,1-3 0,0-9 0,0-2 0,2-2 277,2 20 1,4-5-278,1-5 0,3-3 142,1-9 0,3-4-142,1-9 0,2-3 0,26 37 0,12-20 438,-21-37 0,6-4-438,11-1 0,6-3 0,14-2 0,7-4 0,-16-6 0,2-2 0,4-2-412,10 0 1,4-3 0,2-1 411,9 0 0,3-1 0,0 0 0,-22-2 0,1 0 0,0 0 0,0 0 0,1 0 0,0 0 0,0-1 0,1 0 0,-1 0 0,1-1 0,0-1 0,1 0-410,1-2 1,0 1-1,1-2 1,0 0 409,1-1 0,1-1 0,-1-1 0,0 1 0,-1-1 0,0-1 0,-1 1 0,-1-1 0,-4 0 0,-2 0 0,0 0 0,-1 0-232,17-3 1,-1 0 0,-2 0 231,-6 0 0,-3 1 0,-1-1 0,-6 0 0,-3 0 0,0-1-20,27-5 0,-3 0 20,-8 3 0,-3 0 540,-8 1 1,-3 0-541,-7 3 0,-3 1 835,-8 1 1,-3-1-836,36-15 806,-12-8-806,-6-15 48,-4-17-48,-33 26 0,0-4 0,0-4 0,-2-3 0,1-5 0,-1-3 0,-2-2 0,-2 1 0,0-2 0,-3 0 0,-4 0 0,-2 1 0,-5 0 0,-3-1 0,-2-3 0,-3-2 0,-4-7 0,-4-1 0,-6-4 0,-4 0 0,-5-3 0,-5 1 0,-6-4 0,-4 2 0,-2 3 0,-3 1 0,1 1 0,-1 2 0,-1 2 0,-1 0 0,3 6 0,-1 0 0,2 2 0,-1-1 0,-1-2 0,0-2 0,1-3 0,0-2 0,2-7 0,0-2 0,1-6 0,2-1 0,12 28 0,1-1 0,0 1 0,1-3 0,-1 0 0,1 1 0,-1 0 0,0 0 0,-2 0-181,-1-2 1,-1 1 0,-2-1 180,-1-1 0,-2 0 0,0-1 0,-3-1 0,0 0 0,0 0 0,-1-3 0,-1-1 0,1 0 0,1 2 0,1 0 0,-1 0 0,0 1 0,-1 0 0,-1 0 0,-3 1 0,-2 0 0,-3 1 0,-5 0 0,-3 1 0,-3 1-306,-4 0 0,-3 2 1,-1 1 305,-2 4 0,0 1 0,-1 3 0,3 5 0,0 2 0,1 2-18,6 6 1,1 1 0,0 2 17,-16-12 0,1 3 0,5 4 0,1 2 0,-1 2 0,0 1 257,-3 3 0,-3 3-257,-8 3 0,-5 5 0,-9 6 0,-3 4 0,26 8 0,-1 3 0,-2 1 88,-5 1 0,-2 2 0,0-1-88,-1 1 0,-1 0 0,2 0 0,2 0 0,0 0 0,2 0 0,7 1 0,0 0 0,-2 2 0,-11 4 0,-3 2 0,6 2 0,-8 4 0,2 5 8,14-2 0,-2 4 0,7 4-8,-1 11 0,7 10 0,8 4 0,2 8 0,4 1 0,-9 22 0,5 5-206,12-10 0,1 5 0,7-2 206,9-12 0,4 0 0,3 0 0,1 4 0,2 1 0,2 0 0,0 1 0,2 0 0,0 0 0,1-3 0,1-1 0,-1 0 0,1-3 0,0 0 0,1-1 0,-1 23 0,0-2 0,1-8 0,1-1 327,0 5 1,1-1-328,0 0 0,0 0 0,0 4 0,0 2 0,1 2 0,0-1 0,2-5 0,1-1 0,0 4 0,2-1 0,1 0 0,0-2 15,-2-4 1,1 0-16,-1-2 0,0 0 320,-1-4 0,-1-1-320,-1 1 0,-1 0 0,1 1 0,-1 1 0,-1-4 0,0-1 0,0-6 0,0-3 0,0-8 0,0-3 0,0 34 0,0-15 0,0-14 0,0-8 0,0-10 0,0-7 0,0-6 0,0-6 0,0-2 0,0-8 0,0-2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92E116-A1A1-1033-BBDE-030E7E7BF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3861B5-EFB7-135F-7839-0057B8267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2762C2-4D05-CD0D-7C69-206F2673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22EE73-F644-7833-A487-E1E5FF82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7B4B95-B689-4A9E-588B-C849A451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0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0429BB-0886-B85F-8C92-35339274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2E41CF-C4E8-4846-E5D1-80D044079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C5ECC0-AA8C-5913-72B8-A1CBB108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C57BD7-9BB1-0DEC-AE58-74794E00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C05FF7-DE58-6EA4-0781-671FE31C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4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6A61B-E755-0AFD-73BF-6239045A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37B134-4E9F-EAC2-7EFF-83F645188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22FA60-B36F-07A6-C752-F6791F7B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8C81BE-677C-4D90-CD6A-ACB6686F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D1BBE8-3D3C-3105-9791-F99AA03C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92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F67531-FC4B-AE98-196D-5AD440AA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078D11-41CC-971F-E5A2-D2E808D5A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C52A6D-4C50-538F-BAFB-5AA82C76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B05B3C-8034-B2D1-8CBA-CF74E97F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3E659B-561E-2E24-CBD6-4A9D11AF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6ADDAD-2A5B-2665-CC43-A3B6A2E6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9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EF53F7-90A2-6C5B-7681-300F11E7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D68C09-B058-BEB9-2D2B-3ABD38521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7001C9-600F-550D-65D7-64D57F877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1FA7F4-017C-893B-A616-7E67685F1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3C9012D-A429-E2DD-9F3B-77E2503D5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79A2AE9-6386-041E-CA1B-5925474B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187F898-BB4E-34D3-0F18-D9560D58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4B9B67E-9EE0-BA6A-58C8-D4432821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1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00B635-F9B6-BB24-2006-D7664DBD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344622-7059-51FD-9FFC-539D0CF1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CF4D3B-7D35-B942-C7D4-6650F53C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556249-088F-81C7-290F-AEBBE1C8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9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76D9309-E298-53AB-724B-AEC04710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FBDC06-3214-5F80-D145-45492D84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18B063-20DC-F3A1-DE7B-24A4D1AF0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1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424595-0F80-CC52-9F8C-4725323A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10172E-1F9E-23A8-A491-E72FDC30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8AE9EF-0D4B-16DA-AB13-107D6A3D2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4806C1-EE7D-2E5D-52E7-BDDE8FEE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FD04D0-0BEA-CA0A-158F-EE28E7F1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18ED67-7EA4-C5F0-B2FE-1F83997F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1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C5071-E4FB-5DE0-6E26-2B0D9933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807091B-99F8-41C0-497D-5B9075CD3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F1CCB6-773E-12B7-28B2-69D45D875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645668-6651-FF40-3DED-7574BFCE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51DD28-61B5-365B-70BE-A3ABC364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297028-35EB-EA8E-2DED-91E773D1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18453-4036-DFA1-11D5-F74366DC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FBF773-98F0-F6BE-D2D1-A48E6D07C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405AF4-FEED-42DB-5D93-3D2A3925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BC8952-8505-0D5E-BDE7-9F40725FF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6D4353-A73B-BB46-1F23-14DBE638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0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532FC7A-F541-D894-81E6-12745ACDF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D26CE8-8F44-9760-0A07-F6D2C5663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E512BF-AD10-D6B4-FBEE-B11199A4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323C01-747C-E93D-F630-FBE8B42A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7BDDDC-E214-F56F-7DBC-5EF528CA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25E716-ED46-1689-8223-78BEC7842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745F64-7820-89AA-6BEC-95BA124EC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6908B9-98E7-1E60-FF4C-5C804E003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7DBAF-AA92-A541-9305-646B0FA9CB9C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F2E7E-FE8A-847F-1BC2-570B4B0F3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272F7A-FCC8-95F3-DF72-99BF0ED83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BC90C-9F9D-894A-8A4A-937923C9006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4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3.png"/><Relationship Id="rId21" Type="http://schemas.openxmlformats.org/officeDocument/2006/relationships/image" Target="../media/image14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7.png"/><Relationship Id="rId50" Type="http://schemas.openxmlformats.org/officeDocument/2006/relationships/customXml" Target="../ink/ink25.xml"/><Relationship Id="rId55" Type="http://schemas.openxmlformats.org/officeDocument/2006/relationships/image" Target="../media/image31.png"/><Relationship Id="rId7" Type="http://schemas.openxmlformats.org/officeDocument/2006/relationships/image" Target="../media/image7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8.png"/><Relationship Id="rId11" Type="http://schemas.openxmlformats.org/officeDocument/2006/relationships/image" Target="../media/image9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2.png"/><Relationship Id="rId40" Type="http://schemas.openxmlformats.org/officeDocument/2006/relationships/customXml" Target="../ink/ink20.xml"/><Relationship Id="rId45" Type="http://schemas.openxmlformats.org/officeDocument/2006/relationships/image" Target="../media/image26.png"/><Relationship Id="rId53" Type="http://schemas.openxmlformats.org/officeDocument/2006/relationships/image" Target="../media/image30.png"/><Relationship Id="rId58" Type="http://schemas.openxmlformats.org/officeDocument/2006/relationships/customXml" Target="../ink/ink29.xml"/><Relationship Id="rId5" Type="http://schemas.openxmlformats.org/officeDocument/2006/relationships/image" Target="../media/image6.png"/><Relationship Id="rId19" Type="http://schemas.openxmlformats.org/officeDocument/2006/relationships/image" Target="../media/image13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7.png"/><Relationship Id="rId30" Type="http://schemas.openxmlformats.org/officeDocument/2006/relationships/customXml" Target="../ink/ink15.xml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8" Type="http://schemas.openxmlformats.org/officeDocument/2006/relationships/customXml" Target="../ink/ink4.xml"/><Relationship Id="rId51" Type="http://schemas.openxmlformats.org/officeDocument/2006/relationships/image" Target="../media/image29.png"/><Relationship Id="rId3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4.png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8.png"/><Relationship Id="rId57" Type="http://schemas.openxmlformats.org/officeDocument/2006/relationships/image" Target="../media/image32.png"/><Relationship Id="rId10" Type="http://schemas.openxmlformats.org/officeDocument/2006/relationships/customXml" Target="../ink/ink5.xml"/><Relationship Id="rId31" Type="http://schemas.openxmlformats.org/officeDocument/2006/relationships/image" Target="../media/image19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9BBBB-65B0-799A-14BF-85C3F01DDE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HuBERT</a:t>
            </a:r>
            <a:r>
              <a:rPr lang="en-US" dirty="0"/>
              <a:t> 4 </a:t>
            </a:r>
            <a:r>
              <a:rPr lang="en-US" dirty="0" err="1"/>
              <a:t>Zeebees</a:t>
            </a:r>
            <a:r>
              <a:rPr lang="en-US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187FA2-6D71-5DE4-3AF5-1142C21A3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4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24F2D-55C4-6CEB-7C1C-103994BF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36"/>
            <a:ext cx="10515600" cy="5173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Pre training - iteration 1 </a:t>
            </a:r>
            <a:r>
              <a:rPr lang="en-US" sz="2200" dirty="0"/>
              <a:t>(250k steps)</a:t>
            </a:r>
          </a:p>
        </p:txBody>
      </p:sp>
      <p:pic>
        <p:nvPicPr>
          <p:cNvPr id="5" name="Espace réservé du contenu 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0128AB9B-73B8-E5B1-6B91-CF342C4B3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060" y="887948"/>
            <a:ext cx="5308435" cy="4351338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F14F6FF-CB28-A2EC-E08B-EB4D0D716498}"/>
              </a:ext>
            </a:extLst>
          </p:cNvPr>
          <p:cNvSpPr txBox="1"/>
          <p:nvPr/>
        </p:nvSpPr>
        <p:spPr>
          <a:xfrm>
            <a:off x="6433752" y="537158"/>
            <a:ext cx="575824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Objective: </a:t>
            </a:r>
            <a:r>
              <a:rPr lang="en-US" dirty="0"/>
              <a:t>Learning the CNN encoder’s and the Transformer’s weights to correctly predict the labels z</a:t>
            </a:r>
            <a:r>
              <a:rPr lang="en-US" baseline="-25000" dirty="0"/>
              <a:t>i</a:t>
            </a:r>
            <a:r>
              <a:rPr lang="en-US" dirty="0"/>
              <a:t> of both masked (MSK) and unmasked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,…) time frames of input sound as represented by a convolutional waveform encoder (CNN Encoder).</a:t>
            </a:r>
          </a:p>
          <a:p>
            <a:endParaRPr lang="en-US" dirty="0"/>
          </a:p>
          <a:p>
            <a:r>
              <a:rPr lang="en-US" dirty="0"/>
              <a:t>z</a:t>
            </a:r>
            <a:r>
              <a:rPr lang="en-US" baseline="-25000" dirty="0"/>
              <a:t>i</a:t>
            </a:r>
            <a:r>
              <a:rPr lang="en-US" dirty="0"/>
              <a:t> belong to [C], the C-class categorical variable</a:t>
            </a:r>
          </a:p>
          <a:p>
            <a:endParaRPr lang="en-US" dirty="0"/>
          </a:p>
          <a:p>
            <a:r>
              <a:rPr lang="en-US" dirty="0"/>
              <a:t>In our case [C] is obtained by applying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k-means on 10ms snippets of spectrograms</a:t>
            </a:r>
          </a:p>
          <a:p>
            <a:r>
              <a:rPr lang="en-US" dirty="0"/>
              <a:t>In Hsu 2021, [C] is obtained by applying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k-means on the 39 MFCC features of 20ms snippets of sounds</a:t>
            </a:r>
          </a:p>
          <a:p>
            <a:endParaRPr lang="en-US" dirty="0"/>
          </a:p>
          <a:p>
            <a:r>
              <a:rPr lang="en-US" dirty="0"/>
              <a:t>#clusters in k-means = 100</a:t>
            </a:r>
          </a:p>
          <a:p>
            <a:endParaRPr lang="en-US" dirty="0"/>
          </a:p>
          <a:p>
            <a:r>
              <a:rPr lang="en-US" u="sng" dirty="0"/>
              <a:t>Parameters: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p</a:t>
            </a:r>
            <a:r>
              <a:rPr lang="en-US" dirty="0"/>
              <a:t>% of time steps selected as start indices of masks (p=8% in Hsu 2021); p=10%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l</a:t>
            </a:r>
            <a:r>
              <a:rPr lang="en-US" dirty="0"/>
              <a:t> steps is the span of masked steps (l=10 in Hsu 2021)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⍺</a:t>
            </a:r>
            <a:r>
              <a:rPr lang="en-US" dirty="0"/>
              <a:t> weight parameter of the weighted sum between the Loss calculated on MSK steps (L</a:t>
            </a:r>
            <a:r>
              <a:rPr lang="en-US" baseline="-25000" dirty="0"/>
              <a:t>M</a:t>
            </a:r>
            <a:r>
              <a:rPr lang="en-US" dirty="0"/>
              <a:t>) and the loss calculated on unmasked (L</a:t>
            </a:r>
            <a:r>
              <a:rPr lang="en-US" baseline="-25000" dirty="0"/>
              <a:t>U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sng" dirty="0"/>
          </a:p>
        </p:txBody>
      </p:sp>
      <p:pic>
        <p:nvPicPr>
          <p:cNvPr id="8" name="Image 7" descr="Une image contenant Police, typographie, texte, blanc&#10;&#10;Le contenu généré par l’IA peut être incorrect.">
            <a:extLst>
              <a:ext uri="{FF2B5EF4-FFF2-40B4-BE49-F238E27FC236}">
                <a16:creationId xmlns:a16="http://schemas.microsoft.com/office/drawing/2014/main" id="{8D95A5F1-0B52-6842-2C57-6402BD0CF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056" y="6278133"/>
            <a:ext cx="2641600" cy="381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7A8338A-C127-AC3E-0A18-BA26ACC55083}"/>
              </a:ext>
            </a:extLst>
          </p:cNvPr>
          <p:cNvSpPr txBox="1"/>
          <p:nvPr/>
        </p:nvSpPr>
        <p:spPr>
          <a:xfrm>
            <a:off x="466060" y="5741021"/>
            <a:ext cx="3529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20 </a:t>
            </a:r>
            <a:r>
              <a:rPr lang="en-US" dirty="0" err="1">
                <a:highlight>
                  <a:srgbClr val="FFFF00"/>
                </a:highlight>
              </a:rPr>
              <a:t>ms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framerate (Hsu et al 2021)</a:t>
            </a:r>
          </a:p>
          <a:p>
            <a:r>
              <a:rPr lang="en-US" dirty="0"/>
              <a:t>25ms frame size with 20ms hop</a:t>
            </a:r>
          </a:p>
        </p:txBody>
      </p:sp>
      <p:cxnSp>
        <p:nvCxnSpPr>
          <p:cNvPr id="13" name="Connecteur en arc 12">
            <a:extLst>
              <a:ext uri="{FF2B5EF4-FFF2-40B4-BE49-F238E27FC236}">
                <a16:creationId xmlns:a16="http://schemas.microsoft.com/office/drawing/2014/main" id="{D103AEF8-99C6-AB37-B640-DF300E8AFB28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H="1">
            <a:off x="466060" y="3724463"/>
            <a:ext cx="372140" cy="2339725"/>
          </a:xfrm>
          <a:prstGeom prst="curvedConnector4">
            <a:avLst>
              <a:gd name="adj1" fmla="val -61428"/>
              <a:gd name="adj2" fmla="val 9945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79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texte, blanc, calligraphie&#10;&#10;Le contenu généré par l’IA peut être incorrect.">
            <a:extLst>
              <a:ext uri="{FF2B5EF4-FFF2-40B4-BE49-F238E27FC236}">
                <a16:creationId xmlns:a16="http://schemas.microsoft.com/office/drawing/2014/main" id="{94C6D903-A629-A778-5222-7949EBE6D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913" y="2370778"/>
            <a:ext cx="6206870" cy="95490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8BEEB778-008F-DCCD-34F0-ABC2C72175AC}"/>
              </a:ext>
            </a:extLst>
          </p:cNvPr>
          <p:cNvCxnSpPr>
            <a:cxnSpLocks/>
          </p:cNvCxnSpPr>
          <p:nvPr/>
        </p:nvCxnSpPr>
        <p:spPr>
          <a:xfrm flipH="1">
            <a:off x="8527312" y="1530806"/>
            <a:ext cx="414669" cy="839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1552AC3E-BCA4-4827-6B92-7B7C0A8C2B08}"/>
              </a:ext>
            </a:extLst>
          </p:cNvPr>
          <p:cNvSpPr txBox="1"/>
          <p:nvPr/>
        </p:nvSpPr>
        <p:spPr>
          <a:xfrm>
            <a:off x="8846289" y="1161474"/>
            <a:ext cx="239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Corrupted = masked X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A8FDAFA-1982-C40A-4E54-3D90A7D64BD9}"/>
              </a:ext>
            </a:extLst>
          </p:cNvPr>
          <p:cNvCxnSpPr>
            <a:cxnSpLocks/>
          </p:cNvCxnSpPr>
          <p:nvPr/>
        </p:nvCxnSpPr>
        <p:spPr>
          <a:xfrm flipH="1" flipV="1">
            <a:off x="7931575" y="3033541"/>
            <a:ext cx="595737" cy="1000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DED360D5-2B3F-DBEE-57B2-9F5949EF519C}"/>
              </a:ext>
            </a:extLst>
          </p:cNvPr>
          <p:cNvSpPr txBox="1"/>
          <p:nvPr/>
        </p:nvSpPr>
        <p:spPr>
          <a:xfrm>
            <a:off x="8527312" y="3849094"/>
            <a:ext cx="168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label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1CF98F3-7CD2-10BD-DF18-7823882D78CF}"/>
              </a:ext>
            </a:extLst>
          </p:cNvPr>
          <p:cNvCxnSpPr>
            <a:cxnSpLocks/>
          </p:cNvCxnSpPr>
          <p:nvPr/>
        </p:nvCxnSpPr>
        <p:spPr>
          <a:xfrm flipH="1" flipV="1">
            <a:off x="8867554" y="2825571"/>
            <a:ext cx="861237" cy="500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BB1DC7D-03A9-24AA-717D-281F6814F052}"/>
              </a:ext>
            </a:extLst>
          </p:cNvPr>
          <p:cNvCxnSpPr>
            <a:cxnSpLocks/>
          </p:cNvCxnSpPr>
          <p:nvPr/>
        </p:nvCxnSpPr>
        <p:spPr>
          <a:xfrm flipH="1" flipV="1">
            <a:off x="6435929" y="3325681"/>
            <a:ext cx="595737" cy="1000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7821B24F-F722-76E7-C7B3-6C06FCE6F527}"/>
              </a:ext>
            </a:extLst>
          </p:cNvPr>
          <p:cNvSpPr txBox="1"/>
          <p:nvPr/>
        </p:nvSpPr>
        <p:spPr>
          <a:xfrm>
            <a:off x="9728791" y="3141015"/>
            <a:ext cx="1264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steps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9882BF9-17E0-E6BA-A0CB-1FC16CA62938}"/>
              </a:ext>
            </a:extLst>
          </p:cNvPr>
          <p:cNvSpPr txBox="1"/>
          <p:nvPr/>
        </p:nvSpPr>
        <p:spPr>
          <a:xfrm>
            <a:off x="6159356" y="4327191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masked time steps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AA7B4E9A-9527-B03F-B57E-E88CEBAF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36"/>
            <a:ext cx="10515600" cy="5173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Pre training – Loss functions</a:t>
            </a:r>
          </a:p>
        </p:txBody>
      </p:sp>
      <p:pic>
        <p:nvPicPr>
          <p:cNvPr id="27" name="Image 26" descr="Une image contenant Police, typographie, texte, blanc&#10;&#10;Le contenu généré par l’IA peut être incorrect.">
            <a:extLst>
              <a:ext uri="{FF2B5EF4-FFF2-40B4-BE49-F238E27FC236}">
                <a16:creationId xmlns:a16="http://schemas.microsoft.com/office/drawing/2014/main" id="{041E6CE8-7341-2238-14BA-8B69875BB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40" y="5035270"/>
            <a:ext cx="3587147" cy="517377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61282C2E-2471-276B-6D79-C88EEB48B221}"/>
              </a:ext>
            </a:extLst>
          </p:cNvPr>
          <p:cNvSpPr txBox="1"/>
          <p:nvPr/>
        </p:nvSpPr>
        <p:spPr>
          <a:xfrm>
            <a:off x="4815686" y="5035270"/>
            <a:ext cx="7290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⍺ = 0 &lt;-&gt; learning process limited to mimicking the clustering model</a:t>
            </a:r>
          </a:p>
          <a:p>
            <a:r>
              <a:rPr lang="en-US" dirty="0"/>
              <a:t>⍺ = 1 &lt;-&gt; process forced to learn from both the acoustics of U segments and the long-range temporal structures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6AA7598-928D-E55E-E7C4-41E54B1D3BA3}"/>
              </a:ext>
            </a:extLst>
          </p:cNvPr>
          <p:cNvSpPr txBox="1"/>
          <p:nvPr/>
        </p:nvSpPr>
        <p:spPr>
          <a:xfrm>
            <a:off x="4213441" y="6488668"/>
            <a:ext cx="371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Adam optimizer -&gt; Beta = (0.9, 0.98)</a:t>
            </a:r>
          </a:p>
        </p:txBody>
      </p:sp>
    </p:spTree>
    <p:extLst>
      <p:ext uri="{BB962C8B-B14F-4D97-AF65-F5344CB8AC3E}">
        <p14:creationId xmlns:p14="http://schemas.microsoft.com/office/powerpoint/2010/main" val="167248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F0F8-442F-3529-134A-5E3ED94A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texte, blanc, calligraphie&#10;&#10;Le contenu généré par l’IA peut être incorrect.">
            <a:extLst>
              <a:ext uri="{FF2B5EF4-FFF2-40B4-BE49-F238E27FC236}">
                <a16:creationId xmlns:a16="http://schemas.microsoft.com/office/drawing/2014/main" id="{DB8C4A7B-E153-BF78-BDDF-40577A7B9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913" y="2370778"/>
            <a:ext cx="6206870" cy="95490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3325115-1FA7-B3F3-13D3-57908096D680}"/>
              </a:ext>
            </a:extLst>
          </p:cNvPr>
          <p:cNvCxnSpPr>
            <a:cxnSpLocks/>
          </p:cNvCxnSpPr>
          <p:nvPr/>
        </p:nvCxnSpPr>
        <p:spPr>
          <a:xfrm flipH="1">
            <a:off x="8527312" y="1530806"/>
            <a:ext cx="414669" cy="839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852F7C3B-6A10-F614-E4CD-B4C1F4BEC368}"/>
              </a:ext>
            </a:extLst>
          </p:cNvPr>
          <p:cNvSpPr txBox="1"/>
          <p:nvPr/>
        </p:nvSpPr>
        <p:spPr>
          <a:xfrm>
            <a:off x="8846289" y="1161474"/>
            <a:ext cx="239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Corrupted = masked X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0E29806E-5F32-E4DA-1CD6-F8D0927E0877}"/>
              </a:ext>
            </a:extLst>
          </p:cNvPr>
          <p:cNvCxnSpPr>
            <a:cxnSpLocks/>
          </p:cNvCxnSpPr>
          <p:nvPr/>
        </p:nvCxnSpPr>
        <p:spPr>
          <a:xfrm flipH="1" flipV="1">
            <a:off x="7931575" y="3033541"/>
            <a:ext cx="595737" cy="1000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DD85E448-C5F9-8DBD-02B7-DE366416D224}"/>
              </a:ext>
            </a:extLst>
          </p:cNvPr>
          <p:cNvSpPr txBox="1"/>
          <p:nvPr/>
        </p:nvSpPr>
        <p:spPr>
          <a:xfrm>
            <a:off x="8527312" y="3849094"/>
            <a:ext cx="168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label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34A6424-7FDA-A1DC-70C5-B050AD832B11}"/>
              </a:ext>
            </a:extLst>
          </p:cNvPr>
          <p:cNvCxnSpPr>
            <a:cxnSpLocks/>
          </p:cNvCxnSpPr>
          <p:nvPr/>
        </p:nvCxnSpPr>
        <p:spPr>
          <a:xfrm flipH="1" flipV="1">
            <a:off x="8867554" y="2825571"/>
            <a:ext cx="861237" cy="500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18B74A3-633A-AB56-F860-4BE9B0E73CD2}"/>
              </a:ext>
            </a:extLst>
          </p:cNvPr>
          <p:cNvCxnSpPr>
            <a:cxnSpLocks/>
          </p:cNvCxnSpPr>
          <p:nvPr/>
        </p:nvCxnSpPr>
        <p:spPr>
          <a:xfrm flipH="1" flipV="1">
            <a:off x="6435929" y="3325681"/>
            <a:ext cx="595737" cy="1000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8320DC75-03D3-40C7-E16D-6471642B517A}"/>
              </a:ext>
            </a:extLst>
          </p:cNvPr>
          <p:cNvSpPr txBox="1"/>
          <p:nvPr/>
        </p:nvSpPr>
        <p:spPr>
          <a:xfrm>
            <a:off x="9728791" y="3141015"/>
            <a:ext cx="1264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steps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0F4BC68-A609-93EF-7692-E9272A941F54}"/>
              </a:ext>
            </a:extLst>
          </p:cNvPr>
          <p:cNvSpPr txBox="1"/>
          <p:nvPr/>
        </p:nvSpPr>
        <p:spPr>
          <a:xfrm>
            <a:off x="6159356" y="4327191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masked time steps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9E34AB02-34FA-8C01-D48A-781E0DE5CC30}"/>
              </a:ext>
            </a:extLst>
          </p:cNvPr>
          <p:cNvGrpSpPr/>
          <p:nvPr/>
        </p:nvGrpSpPr>
        <p:grpSpPr>
          <a:xfrm>
            <a:off x="3035746" y="1161474"/>
            <a:ext cx="8119612" cy="3580365"/>
            <a:chOff x="3035746" y="1742244"/>
            <a:chExt cx="8119612" cy="3580365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3EC47BB7-0518-2E26-8FAD-378F2B5892F8}"/>
                </a:ext>
              </a:extLst>
            </p:cNvPr>
            <p:cNvSpPr txBox="1"/>
            <p:nvPr/>
          </p:nvSpPr>
          <p:spPr>
            <a:xfrm>
              <a:off x="3035746" y="2951548"/>
              <a:ext cx="577402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8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endPara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3B22F5D4-11D6-5940-18C5-20D00ABEF286}"/>
                </a:ext>
              </a:extLst>
            </p:cNvPr>
            <p:cNvSpPr txBox="1"/>
            <p:nvPr/>
          </p:nvSpPr>
          <p:spPr>
            <a:xfrm>
              <a:off x="8194462" y="3009928"/>
              <a:ext cx="42351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D16FFD43-61F7-9C4B-1B88-52503DAC8F2C}"/>
                </a:ext>
              </a:extLst>
            </p:cNvPr>
            <p:cNvSpPr txBox="1"/>
            <p:nvPr/>
          </p:nvSpPr>
          <p:spPr>
            <a:xfrm>
              <a:off x="8928963" y="1742244"/>
              <a:ext cx="22263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Unmasked X</a:t>
              </a:r>
            </a:p>
          </p:txBody>
        </p: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96334A5E-DD8D-D8D4-1800-3D0DEB62EE13}"/>
                </a:ext>
              </a:extLst>
            </p:cNvPr>
            <p:cNvCxnSpPr/>
            <p:nvPr/>
          </p:nvCxnSpPr>
          <p:spPr>
            <a:xfrm flipH="1">
              <a:off x="6120714" y="3619325"/>
              <a:ext cx="218303" cy="2500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AB0E46D7-E357-38F2-030D-0B0431060F2E}"/>
                </a:ext>
              </a:extLst>
            </p:cNvPr>
            <p:cNvSpPr txBox="1"/>
            <p:nvPr/>
          </p:nvSpPr>
          <p:spPr>
            <a:xfrm>
              <a:off x="6159356" y="4953277"/>
              <a:ext cx="262283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All unmasked time steps</a:t>
              </a:r>
            </a:p>
          </p:txBody>
        </p:sp>
      </p:grpSp>
      <p:sp>
        <p:nvSpPr>
          <p:cNvPr id="26" name="Titre 1">
            <a:extLst>
              <a:ext uri="{FF2B5EF4-FFF2-40B4-BE49-F238E27FC236}">
                <a16:creationId xmlns:a16="http://schemas.microsoft.com/office/drawing/2014/main" id="{673F0DAB-AF0B-6A3E-0041-80971017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36"/>
            <a:ext cx="10515600" cy="5173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Pre training – Loss functions</a:t>
            </a:r>
          </a:p>
        </p:txBody>
      </p:sp>
      <p:pic>
        <p:nvPicPr>
          <p:cNvPr id="27" name="Image 26" descr="Une image contenant Police, typographie, texte, blanc&#10;&#10;Le contenu généré par l’IA peut être incorrect.">
            <a:extLst>
              <a:ext uri="{FF2B5EF4-FFF2-40B4-BE49-F238E27FC236}">
                <a16:creationId xmlns:a16="http://schemas.microsoft.com/office/drawing/2014/main" id="{3F1EF9B1-DCC2-10F3-DECA-8F39FDD68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40" y="5035270"/>
            <a:ext cx="3587147" cy="517377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40A41101-99EF-1481-70E9-8DE2915C8EFA}"/>
              </a:ext>
            </a:extLst>
          </p:cNvPr>
          <p:cNvSpPr txBox="1"/>
          <p:nvPr/>
        </p:nvSpPr>
        <p:spPr>
          <a:xfrm>
            <a:off x="4815686" y="5035270"/>
            <a:ext cx="7290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⍺ = 0 &lt;-&gt; learning process limited to mimicking the clustering model</a:t>
            </a:r>
          </a:p>
          <a:p>
            <a:r>
              <a:rPr lang="en-US" dirty="0"/>
              <a:t>⍺ = 1 &lt;-&gt; process forced to learn from both the acoustics of U segments and the long-range temporal structures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A5FC51B-1614-2109-7E6E-987AB4380334}"/>
              </a:ext>
            </a:extLst>
          </p:cNvPr>
          <p:cNvSpPr txBox="1"/>
          <p:nvPr/>
        </p:nvSpPr>
        <p:spPr>
          <a:xfrm>
            <a:off x="4213441" y="6488668"/>
            <a:ext cx="371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Adam optimizer -&gt; Beta = (0.9, 0.98)</a:t>
            </a:r>
          </a:p>
        </p:txBody>
      </p:sp>
    </p:spTree>
    <p:extLst>
      <p:ext uri="{BB962C8B-B14F-4D97-AF65-F5344CB8AC3E}">
        <p14:creationId xmlns:p14="http://schemas.microsoft.com/office/powerpoint/2010/main" val="162998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160F19DF-6CBE-799B-10B4-6EBDB6B80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1" y="909457"/>
            <a:ext cx="3610232" cy="5173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Pre training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8443E84-00E9-F7BD-9534-68D8AE54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53" y="1816442"/>
            <a:ext cx="5595674" cy="3614724"/>
          </a:xfrm>
          <a:prstGeom prst="rect">
            <a:avLst/>
          </a:prstGeom>
        </p:spPr>
      </p:pic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746E209-239A-2EFC-6064-939A937C0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442"/>
          <a:stretch>
            <a:fillRect/>
          </a:stretch>
        </p:blipFill>
        <p:spPr>
          <a:xfrm>
            <a:off x="6096000" y="1816441"/>
            <a:ext cx="5595673" cy="2261289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6A51B926-BFD0-9C6F-2534-58E24EB6792D}"/>
              </a:ext>
            </a:extLst>
          </p:cNvPr>
          <p:cNvSpPr txBox="1">
            <a:spLocks/>
          </p:cNvSpPr>
          <p:nvPr/>
        </p:nvSpPr>
        <p:spPr>
          <a:xfrm>
            <a:off x="6958914" y="909457"/>
            <a:ext cx="3610232" cy="517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Fine Tuning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CBB122-3187-BAF6-040E-7A28A27B15DA}"/>
              </a:ext>
            </a:extLst>
          </p:cNvPr>
          <p:cNvSpPr txBox="1"/>
          <p:nvPr/>
        </p:nvSpPr>
        <p:spPr>
          <a:xfrm>
            <a:off x="6345075" y="4098005"/>
            <a:ext cx="56217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initialized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 of dim 29 (CTC target vocabulary)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E3CE0D4-1200-DB1B-4820-64E8599236E9}"/>
              </a:ext>
            </a:extLst>
          </p:cNvPr>
          <p:cNvSpPr txBox="1"/>
          <p:nvPr/>
        </p:nvSpPr>
        <p:spPr>
          <a:xfrm>
            <a:off x="620618" y="2639308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layers</a:t>
            </a:r>
          </a:p>
        </p:txBody>
      </p:sp>
    </p:spTree>
    <p:extLst>
      <p:ext uri="{BB962C8B-B14F-4D97-AF65-F5344CB8AC3E}">
        <p14:creationId xmlns:p14="http://schemas.microsoft.com/office/powerpoint/2010/main" val="52936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5A7B-3C71-574C-19BF-664C0097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0FD4D3-D4B3-8981-5227-9BE3B8A5B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36"/>
            <a:ext cx="10515600" cy="5173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Pre training – iteration 2 </a:t>
            </a:r>
            <a:r>
              <a:rPr lang="en-US" sz="2000" dirty="0"/>
              <a:t>(400k steps)</a:t>
            </a:r>
            <a:endParaRPr lang="en-US" sz="3200" dirty="0"/>
          </a:p>
        </p:txBody>
      </p:sp>
      <p:pic>
        <p:nvPicPr>
          <p:cNvPr id="5" name="Espace réservé du contenu 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EDB3A20D-2664-6FB2-05D1-92C6AEE22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683" r="6126"/>
          <a:stretch>
            <a:fillRect/>
          </a:stretch>
        </p:blipFill>
        <p:spPr>
          <a:xfrm>
            <a:off x="466061" y="1396312"/>
            <a:ext cx="4983270" cy="3842973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362CCFD-E20C-9B8E-6985-0DC21F6CB4C7}"/>
              </a:ext>
            </a:extLst>
          </p:cNvPr>
          <p:cNvSpPr txBox="1"/>
          <p:nvPr/>
        </p:nvSpPr>
        <p:spPr>
          <a:xfrm>
            <a:off x="6096000" y="806854"/>
            <a:ext cx="609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Objective: </a:t>
            </a:r>
            <a:r>
              <a:rPr lang="en-US" dirty="0"/>
              <a:t>iterative refinement of cluster assignment. Learning the CNN encoder’s and the Transformer’s weights to correctly predict the labels z</a:t>
            </a:r>
            <a:r>
              <a:rPr lang="en-US" baseline="-25000" dirty="0"/>
              <a:t>i</a:t>
            </a:r>
            <a:r>
              <a:rPr lang="en-US" dirty="0"/>
              <a:t> of both masked (MSK) and unmasked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,…) time frames of input sound as represented by a convolutional waveform encoder (CNN Encoder).</a:t>
            </a:r>
          </a:p>
          <a:p>
            <a:endParaRPr lang="en-US" dirty="0"/>
          </a:p>
          <a:p>
            <a:r>
              <a:rPr lang="en-US" dirty="0"/>
              <a:t>z</a:t>
            </a:r>
            <a:r>
              <a:rPr lang="en-US" baseline="-25000" dirty="0"/>
              <a:t>i</a:t>
            </a:r>
            <a:r>
              <a:rPr lang="en-US" dirty="0"/>
              <a:t> belong to [C], the C-class categorical variable</a:t>
            </a:r>
          </a:p>
          <a:p>
            <a:endParaRPr lang="en-US" dirty="0"/>
          </a:p>
          <a:p>
            <a:r>
              <a:rPr lang="en-US" dirty="0"/>
              <a:t>After one iteration [C] is obtained by applying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k-means at some intermediate (6</a:t>
            </a:r>
            <a:r>
              <a:rPr lang="en-US" baseline="30000" dirty="0">
                <a:solidFill>
                  <a:schemeClr val="accent2">
                    <a:lumMod val="75000"/>
                  </a:schemeClr>
                </a:solidFill>
              </a:rPr>
              <a:t>th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 transformer layer of the first iteration model (Dim 768 for BASE) fitted on 10% of the data</a:t>
            </a:r>
          </a:p>
          <a:p>
            <a:endParaRPr lang="en-US" dirty="0"/>
          </a:p>
          <a:p>
            <a:r>
              <a:rPr lang="en-US" dirty="0"/>
              <a:t>#clusters in k-means = </a:t>
            </a:r>
            <a:r>
              <a:rPr lang="en-US" dirty="0">
                <a:solidFill>
                  <a:schemeClr val="accent2"/>
                </a:solidFill>
              </a:rPr>
              <a:t>500</a:t>
            </a:r>
          </a:p>
          <a:p>
            <a:endParaRPr lang="en-US" dirty="0"/>
          </a:p>
          <a:p>
            <a:endParaRPr lang="en-US" u="sng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EB7BD7-6FAC-DAEB-B3F9-F69CB75FB41F}"/>
              </a:ext>
            </a:extLst>
          </p:cNvPr>
          <p:cNvSpPr txBox="1"/>
          <p:nvPr/>
        </p:nvSpPr>
        <p:spPr>
          <a:xfrm>
            <a:off x="466060" y="5785386"/>
            <a:ext cx="340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20 </a:t>
            </a:r>
            <a:r>
              <a:rPr lang="en-US" dirty="0" err="1">
                <a:highlight>
                  <a:srgbClr val="FFFF00"/>
                </a:highlight>
              </a:rPr>
              <a:t>ms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framerate (Hsu et al 2021)</a:t>
            </a:r>
          </a:p>
        </p:txBody>
      </p:sp>
      <p:cxnSp>
        <p:nvCxnSpPr>
          <p:cNvPr id="13" name="Connecteur en arc 12">
            <a:extLst>
              <a:ext uri="{FF2B5EF4-FFF2-40B4-BE49-F238E27FC236}">
                <a16:creationId xmlns:a16="http://schemas.microsoft.com/office/drawing/2014/main" id="{B806136A-6B73-7ACE-A2FF-AE7B9B29D106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H="1">
            <a:off x="466060" y="3768812"/>
            <a:ext cx="372140" cy="2201241"/>
          </a:xfrm>
          <a:prstGeom prst="curvedConnector4">
            <a:avLst>
              <a:gd name="adj1" fmla="val -61428"/>
              <a:gd name="adj2" fmla="val 98542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208B7EF-7BBA-4DDD-B310-D86010EF7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01" b="19456"/>
          <a:stretch>
            <a:fillRect/>
          </a:stretch>
        </p:blipFill>
        <p:spPr>
          <a:xfrm>
            <a:off x="6317942" y="4427128"/>
            <a:ext cx="4271799" cy="2289036"/>
          </a:xfrm>
          <a:prstGeom prst="rect">
            <a:avLst/>
          </a:prstGeom>
        </p:spPr>
      </p:pic>
      <p:cxnSp>
        <p:nvCxnSpPr>
          <p:cNvPr id="12" name="Connecteur en angle 11">
            <a:extLst>
              <a:ext uri="{FF2B5EF4-FFF2-40B4-BE49-F238E27FC236}">
                <a16:creationId xmlns:a16="http://schemas.microsoft.com/office/drawing/2014/main" id="{617E170D-03F0-16C5-6647-586C67E0817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63082" y="1804087"/>
            <a:ext cx="1828801" cy="1013253"/>
          </a:xfrm>
          <a:prstGeom prst="bentConnector3">
            <a:avLst>
              <a:gd name="adj1" fmla="val 124324"/>
            </a:avLst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63A5CE9-3D10-0381-0831-27FA2E7586A2}"/>
              </a:ext>
            </a:extLst>
          </p:cNvPr>
          <p:cNvCxnSpPr/>
          <p:nvPr/>
        </p:nvCxnSpPr>
        <p:spPr>
          <a:xfrm flipH="1">
            <a:off x="5103341" y="3212757"/>
            <a:ext cx="593124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646C8721-F979-7065-78CF-BAE93C46658F}"/>
              </a:ext>
            </a:extLst>
          </p:cNvPr>
          <p:cNvSpPr txBox="1"/>
          <p:nvPr/>
        </p:nvSpPr>
        <p:spPr>
          <a:xfrm>
            <a:off x="3654273" y="1725823"/>
            <a:ext cx="1722651" cy="338554"/>
          </a:xfrm>
          <a:prstGeom prst="rect">
            <a:avLst/>
          </a:prstGeom>
          <a:solidFill>
            <a:srgbClr val="E6B9AF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Transformer layer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F91396-0982-E2EB-AD82-CDFB66C90B07}"/>
              </a:ext>
            </a:extLst>
          </p:cNvPr>
          <p:cNvSpPr/>
          <p:nvPr/>
        </p:nvSpPr>
        <p:spPr>
          <a:xfrm>
            <a:off x="7500551" y="5375189"/>
            <a:ext cx="3089190" cy="284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4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248C8D2-4CB8-A401-FE72-83320147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36"/>
            <a:ext cx="10515600" cy="5173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Fine tuning of transformer weights</a:t>
            </a:r>
          </a:p>
        </p:txBody>
      </p:sp>
      <p:pic>
        <p:nvPicPr>
          <p:cNvPr id="5" name="Espace réservé du contenu 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4BE51068-398F-860F-B365-3620F0F2C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"/>
          <a:stretch>
            <a:fillRect/>
          </a:stretch>
        </p:blipFill>
        <p:spPr>
          <a:xfrm>
            <a:off x="466060" y="891250"/>
            <a:ext cx="5308435" cy="4348035"/>
          </a:xfr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4C77B00-9AFC-B0B8-1D46-CCE8790A731D}"/>
              </a:ext>
            </a:extLst>
          </p:cNvPr>
          <p:cNvSpPr/>
          <p:nvPr/>
        </p:nvSpPr>
        <p:spPr>
          <a:xfrm>
            <a:off x="685995" y="2835875"/>
            <a:ext cx="4868563" cy="59312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D32ECDD-8C52-6F82-D610-626DCA8D5D90}"/>
              </a:ext>
            </a:extLst>
          </p:cNvPr>
          <p:cNvSpPr txBox="1"/>
          <p:nvPr/>
        </p:nvSpPr>
        <p:spPr>
          <a:xfrm>
            <a:off x="-62000" y="2512128"/>
            <a:ext cx="1276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Fine tuning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3344CC-2396-E365-6570-047E31D23045}"/>
              </a:ext>
            </a:extLst>
          </p:cNvPr>
          <p:cNvSpPr/>
          <p:nvPr/>
        </p:nvSpPr>
        <p:spPr>
          <a:xfrm>
            <a:off x="680012" y="4037580"/>
            <a:ext cx="4868563" cy="593125"/>
          </a:xfrm>
          <a:prstGeom prst="round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A0B6437-3926-2DE4-671D-EA3451992B1C}"/>
              </a:ext>
            </a:extLst>
          </p:cNvPr>
          <p:cNvSpPr txBox="1"/>
          <p:nvPr/>
        </p:nvSpPr>
        <p:spPr>
          <a:xfrm>
            <a:off x="-52545" y="3704460"/>
            <a:ext cx="84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Frozen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C8C845F-3316-B626-01C9-68854B895CEB}"/>
              </a:ext>
            </a:extLst>
          </p:cNvPr>
          <p:cNvSpPr txBox="1"/>
          <p:nvPr/>
        </p:nvSpPr>
        <p:spPr>
          <a:xfrm>
            <a:off x="6796217" y="1470454"/>
            <a:ext cx="5128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Objective:</a:t>
            </a:r>
            <a:r>
              <a:rPr lang="en-US" dirty="0"/>
              <a:t> Fine tuning the BERT weights to achieve Automatic Speech Recognition (ASR) in Hsu et al 2021, using the Connectionist Temporal Classification (CTC) loss.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1D6E4F0-2372-06AF-8E00-91A4F4E6ADDD}"/>
              </a:ext>
            </a:extLst>
          </p:cNvPr>
          <p:cNvSpPr txBox="1"/>
          <p:nvPr/>
        </p:nvSpPr>
        <p:spPr>
          <a:xfrm>
            <a:off x="1003671" y="1449438"/>
            <a:ext cx="4262810" cy="584775"/>
          </a:xfrm>
          <a:prstGeom prst="rect">
            <a:avLst/>
          </a:prstGeom>
          <a:solidFill>
            <a:srgbClr val="E6B9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Connectionist Temporal Classification</a:t>
            </a:r>
          </a:p>
          <a:p>
            <a:pPr algn="ctr"/>
            <a:r>
              <a:rPr lang="en-US" sz="1600" dirty="0"/>
              <a:t>29 Dim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4C0977-E38A-E7A7-0C66-F35BA70387AA}"/>
              </a:ext>
            </a:extLst>
          </p:cNvPr>
          <p:cNvSpPr txBox="1"/>
          <p:nvPr/>
        </p:nvSpPr>
        <p:spPr>
          <a:xfrm>
            <a:off x="2662177" y="4948225"/>
            <a:ext cx="1411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Audio books</a:t>
            </a:r>
          </a:p>
        </p:txBody>
      </p:sp>
    </p:spTree>
    <p:extLst>
      <p:ext uri="{BB962C8B-B14F-4D97-AF65-F5344CB8AC3E}">
        <p14:creationId xmlns:p14="http://schemas.microsoft.com/office/powerpoint/2010/main" val="183703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95855B-0847-D994-329B-70CED435DAC2}"/>
              </a:ext>
            </a:extLst>
          </p:cNvPr>
          <p:cNvSpPr/>
          <p:nvPr/>
        </p:nvSpPr>
        <p:spPr>
          <a:xfrm>
            <a:off x="1273215" y="1145894"/>
            <a:ext cx="1805651" cy="451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E3385-7998-BD7E-A25A-32B1A86A3C3B}"/>
              </a:ext>
            </a:extLst>
          </p:cNvPr>
          <p:cNvSpPr/>
          <p:nvPr/>
        </p:nvSpPr>
        <p:spPr>
          <a:xfrm>
            <a:off x="2629383" y="1597306"/>
            <a:ext cx="1805651" cy="451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2200F9F-4304-3B03-7752-7AE55A16983F}"/>
              </a:ext>
            </a:extLst>
          </p:cNvPr>
          <p:cNvGrpSpPr/>
          <p:nvPr/>
        </p:nvGrpSpPr>
        <p:grpSpPr>
          <a:xfrm>
            <a:off x="1253014" y="306087"/>
            <a:ext cx="8853840" cy="1097280"/>
            <a:chOff x="1253014" y="306087"/>
            <a:chExt cx="8853840" cy="10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E5A9DA3F-F031-B0F1-B3E0-715D02959C80}"/>
                    </a:ext>
                  </a:extLst>
                </p14:cNvPr>
                <p14:cNvContentPartPr/>
                <p14:nvPr/>
              </p14:nvContentPartPr>
              <p14:xfrm>
                <a:off x="1253014" y="847887"/>
                <a:ext cx="8144640" cy="300960"/>
              </p14:xfrm>
            </p:contentPart>
          </mc:Choice>
          <mc:Fallback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E5A9DA3F-F031-B0F1-B3E0-715D02959C8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46894" y="841767"/>
                  <a:ext cx="81568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68705B92-4333-8F33-C4F6-9E4F43C72D80}"/>
                    </a:ext>
                  </a:extLst>
                </p14:cNvPr>
                <p14:cNvContentPartPr/>
                <p14:nvPr/>
              </p14:nvContentPartPr>
              <p14:xfrm>
                <a:off x="9076894" y="1054527"/>
                <a:ext cx="464760" cy="348840"/>
              </p14:xfrm>
            </p:contentPart>
          </mc:Choice>
          <mc:Fallback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68705B92-4333-8F33-C4F6-9E4F43C72D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70774" y="1048407"/>
                  <a:ext cx="4770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1B9482FC-C118-6F0A-BC53-9F0A7EFDB96B}"/>
                    </a:ext>
                  </a:extLst>
                </p14:cNvPr>
                <p14:cNvContentPartPr/>
                <p14:nvPr/>
              </p14:nvContentPartPr>
              <p14:xfrm>
                <a:off x="9676654" y="306087"/>
                <a:ext cx="225720" cy="636840"/>
              </p14:xfrm>
            </p:contentPart>
          </mc:Choice>
          <mc:Fallback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1B9482FC-C118-6F0A-BC53-9F0A7EFDB9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70534" y="299967"/>
                  <a:ext cx="23796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E529FDF8-0393-5602-4640-C45AE4FB726F}"/>
                    </a:ext>
                  </a:extLst>
                </p14:cNvPr>
                <p14:cNvContentPartPr/>
                <p14:nvPr/>
              </p14:nvContentPartPr>
              <p14:xfrm>
                <a:off x="9734614" y="566367"/>
                <a:ext cx="372240" cy="4680"/>
              </p14:xfrm>
            </p:contentPart>
          </mc:Choice>
          <mc:Fallback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E529FDF8-0393-5602-4640-C45AE4FB72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28494" y="560247"/>
                  <a:ext cx="38448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A8C2C6C-A603-0356-8ED2-E7595209673D}"/>
              </a:ext>
            </a:extLst>
          </p:cNvPr>
          <p:cNvGrpSpPr/>
          <p:nvPr/>
        </p:nvGrpSpPr>
        <p:grpSpPr>
          <a:xfrm>
            <a:off x="1600774" y="883527"/>
            <a:ext cx="775440" cy="252360"/>
            <a:chOff x="1600774" y="883527"/>
            <a:chExt cx="77544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AB9E91DF-9268-A50B-9FA2-40537175DA07}"/>
                    </a:ext>
                  </a:extLst>
                </p14:cNvPr>
                <p14:cNvContentPartPr/>
                <p14:nvPr/>
              </p14:nvContentPartPr>
              <p14:xfrm>
                <a:off x="1600774" y="883527"/>
                <a:ext cx="117720" cy="185760"/>
              </p14:xfrm>
            </p:contentPart>
          </mc:Choice>
          <mc:Fallback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AB9E91DF-9268-A50B-9FA2-40537175DA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94654" y="877407"/>
                  <a:ext cx="129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7A3510CE-E89E-E059-D1D4-86B0D34B784C}"/>
                    </a:ext>
                  </a:extLst>
                </p14:cNvPr>
                <p14:cNvContentPartPr/>
                <p14:nvPr/>
              </p14:nvContentPartPr>
              <p14:xfrm>
                <a:off x="1728574" y="939327"/>
                <a:ext cx="138240" cy="175680"/>
              </p14:xfrm>
            </p:contentPart>
          </mc:Choice>
          <mc:Fallback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7A3510CE-E89E-E059-D1D4-86B0D34B78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2454" y="933207"/>
                  <a:ext cx="150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4DF58F7A-7415-7662-9F23-C537620CB7FA}"/>
                    </a:ext>
                  </a:extLst>
                </p14:cNvPr>
                <p14:cNvContentPartPr/>
                <p14:nvPr/>
              </p14:nvContentPartPr>
              <p14:xfrm>
                <a:off x="2037094" y="963807"/>
                <a:ext cx="213480" cy="172080"/>
              </p14:xfrm>
            </p:contentPart>
          </mc:Choice>
          <mc:Fallback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4DF58F7A-7415-7662-9F23-C537620CB7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0974" y="957687"/>
                  <a:ext cx="225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E078ABF0-D999-B0C0-E057-14144491CD47}"/>
                    </a:ext>
                  </a:extLst>
                </p14:cNvPr>
                <p14:cNvContentPartPr/>
                <p14:nvPr/>
              </p14:nvContentPartPr>
              <p14:xfrm>
                <a:off x="2282974" y="1013127"/>
                <a:ext cx="93240" cy="102240"/>
              </p14:xfrm>
            </p:contentPart>
          </mc:Choice>
          <mc:Fallback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E078ABF0-D999-B0C0-E057-14144491CD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76854" y="1007007"/>
                  <a:ext cx="10548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4F3CD84B-7CC2-0791-D21A-C1CFDCAD674C}"/>
                  </a:ext>
                </a:extLst>
              </p14:cNvPr>
              <p14:cNvContentPartPr/>
              <p14:nvPr/>
            </p14:nvContentPartPr>
            <p14:xfrm>
              <a:off x="1304854" y="2130207"/>
              <a:ext cx="1393200" cy="214920"/>
            </p14:xfrm>
          </p:contentPart>
        </mc:Choice>
        <mc:Fallback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4F3CD84B-7CC2-0791-D21A-C1CFDCAD674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98734" y="2124087"/>
                <a:ext cx="140544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e 33">
            <a:extLst>
              <a:ext uri="{FF2B5EF4-FFF2-40B4-BE49-F238E27FC236}">
                <a16:creationId xmlns:a16="http://schemas.microsoft.com/office/drawing/2014/main" id="{B824B056-FC87-8309-6770-C69A78D4E6F3}"/>
              </a:ext>
            </a:extLst>
          </p:cNvPr>
          <p:cNvGrpSpPr/>
          <p:nvPr/>
        </p:nvGrpSpPr>
        <p:grpSpPr>
          <a:xfrm>
            <a:off x="1451014" y="2527647"/>
            <a:ext cx="757080" cy="308520"/>
            <a:chOff x="1451014" y="2527647"/>
            <a:chExt cx="75708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52857854-548E-066B-6604-499B5ADDF062}"/>
                    </a:ext>
                  </a:extLst>
                </p14:cNvPr>
                <p14:cNvContentPartPr/>
                <p14:nvPr/>
              </p14:nvContentPartPr>
              <p14:xfrm>
                <a:off x="1451014" y="2539527"/>
                <a:ext cx="182160" cy="249480"/>
              </p14:xfrm>
            </p:contentPart>
          </mc:Choice>
          <mc:Fallback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52857854-548E-066B-6604-499B5ADDF0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44894" y="2533407"/>
                  <a:ext cx="194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EBA1E8A7-BF2D-4B6A-C437-64B37138DBD1}"/>
                    </a:ext>
                  </a:extLst>
                </p14:cNvPr>
                <p14:cNvContentPartPr/>
                <p14:nvPr/>
              </p14:nvContentPartPr>
              <p14:xfrm>
                <a:off x="1673134" y="2527647"/>
                <a:ext cx="141840" cy="286200"/>
              </p14:xfrm>
            </p:contentPart>
          </mc:Choice>
          <mc:Fallback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EBA1E8A7-BF2D-4B6A-C437-64B37138DB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7014" y="2521527"/>
                  <a:ext cx="1540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Encre 28">
                  <a:extLst>
                    <a:ext uri="{FF2B5EF4-FFF2-40B4-BE49-F238E27FC236}">
                      <a16:creationId xmlns:a16="http://schemas.microsoft.com/office/drawing/2014/main" id="{910237DD-CC48-900D-9A0D-386CBE75F3C6}"/>
                    </a:ext>
                  </a:extLst>
                </p14:cNvPr>
                <p14:cNvContentPartPr/>
                <p14:nvPr/>
              </p14:nvContentPartPr>
              <p14:xfrm>
                <a:off x="1870054" y="2621607"/>
                <a:ext cx="202680" cy="214560"/>
              </p14:xfrm>
            </p:contentPart>
          </mc:Choice>
          <mc:Fallback>
            <p:pic>
              <p:nvPicPr>
                <p:cNvPr id="29" name="Encre 28">
                  <a:extLst>
                    <a:ext uri="{FF2B5EF4-FFF2-40B4-BE49-F238E27FC236}">
                      <a16:creationId xmlns:a16="http://schemas.microsoft.com/office/drawing/2014/main" id="{910237DD-CC48-900D-9A0D-386CBE75F3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63934" y="2615487"/>
                  <a:ext cx="214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8C6F19AE-18A1-D1D4-A938-18F200AA7FE0}"/>
                    </a:ext>
                  </a:extLst>
                </p14:cNvPr>
                <p14:cNvContentPartPr/>
                <p14:nvPr/>
              </p14:nvContentPartPr>
              <p14:xfrm>
                <a:off x="2072374" y="2657607"/>
                <a:ext cx="135720" cy="178200"/>
              </p14:xfrm>
            </p:contentPart>
          </mc:Choice>
          <mc:Fallback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8C6F19AE-18A1-D1D4-A938-18F200AA7F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66254" y="2651487"/>
                  <a:ext cx="14796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83026110-5711-E73F-44E9-C8A14D15BFE1}"/>
                  </a:ext>
                </a:extLst>
              </p14:cNvPr>
              <p14:cNvContentPartPr/>
              <p14:nvPr/>
            </p14:nvContentPartPr>
            <p14:xfrm>
              <a:off x="1327534" y="3449967"/>
              <a:ext cx="7748640" cy="701280"/>
            </p14:xfrm>
          </p:contentPart>
        </mc:Choice>
        <mc:Fallback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83026110-5711-E73F-44E9-C8A14D15BFE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21414" y="3443847"/>
                <a:ext cx="7760880" cy="71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e 50">
            <a:extLst>
              <a:ext uri="{FF2B5EF4-FFF2-40B4-BE49-F238E27FC236}">
                <a16:creationId xmlns:a16="http://schemas.microsoft.com/office/drawing/2014/main" id="{62D49BC5-DF67-116C-16EF-2B8056BE8559}"/>
              </a:ext>
            </a:extLst>
          </p:cNvPr>
          <p:cNvGrpSpPr/>
          <p:nvPr/>
        </p:nvGrpSpPr>
        <p:grpSpPr>
          <a:xfrm>
            <a:off x="4549174" y="4279047"/>
            <a:ext cx="2057040" cy="703440"/>
            <a:chOff x="4549174" y="4279047"/>
            <a:chExt cx="2057040" cy="7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Encre 35">
                  <a:extLst>
                    <a:ext uri="{FF2B5EF4-FFF2-40B4-BE49-F238E27FC236}">
                      <a16:creationId xmlns:a16="http://schemas.microsoft.com/office/drawing/2014/main" id="{9902D667-E638-44D0-1153-C206CBD61563}"/>
                    </a:ext>
                  </a:extLst>
                </p14:cNvPr>
                <p14:cNvContentPartPr/>
                <p14:nvPr/>
              </p14:nvContentPartPr>
              <p14:xfrm>
                <a:off x="4549174" y="4279047"/>
                <a:ext cx="487440" cy="612720"/>
              </p14:xfrm>
            </p:contentPart>
          </mc:Choice>
          <mc:Fallback>
            <p:pic>
              <p:nvPicPr>
                <p:cNvPr id="36" name="Encre 35">
                  <a:extLst>
                    <a:ext uri="{FF2B5EF4-FFF2-40B4-BE49-F238E27FC236}">
                      <a16:creationId xmlns:a16="http://schemas.microsoft.com/office/drawing/2014/main" id="{9902D667-E638-44D0-1153-C206CBD6156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43054" y="4272927"/>
                  <a:ext cx="4996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364657FF-452F-2325-D838-457485364071}"/>
                    </a:ext>
                  </a:extLst>
                </p14:cNvPr>
                <p14:cNvContentPartPr/>
                <p14:nvPr/>
              </p14:nvContentPartPr>
              <p14:xfrm>
                <a:off x="5048854" y="4589727"/>
                <a:ext cx="392400" cy="390600"/>
              </p14:xfrm>
            </p:contentPart>
          </mc:Choice>
          <mc:Fallback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364657FF-452F-2325-D838-4574853640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42734" y="4583607"/>
                  <a:ext cx="4046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23B638F8-4734-F92A-5A5E-3F0496F160E6}"/>
                    </a:ext>
                  </a:extLst>
                </p14:cNvPr>
                <p14:cNvContentPartPr/>
                <p14:nvPr/>
              </p14:nvContentPartPr>
              <p14:xfrm>
                <a:off x="5561854" y="4656327"/>
                <a:ext cx="210240" cy="149760"/>
              </p14:xfrm>
            </p:contentPart>
          </mc:Choice>
          <mc:Fallback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23B638F8-4734-F92A-5A5E-3F0496F160E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55734" y="4650207"/>
                  <a:ext cx="222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A462A597-7E08-D420-4D8C-7DF2CB409D5A}"/>
                    </a:ext>
                  </a:extLst>
                </p14:cNvPr>
                <p14:cNvContentPartPr/>
                <p14:nvPr/>
              </p14:nvContentPartPr>
              <p14:xfrm>
                <a:off x="5889094" y="4693047"/>
                <a:ext cx="173160" cy="203040"/>
              </p14:xfrm>
            </p:contentPart>
          </mc:Choice>
          <mc:Fallback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A462A597-7E08-D420-4D8C-7DF2CB409D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82974" y="4686927"/>
                  <a:ext cx="185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9F7B67DF-FC87-DE27-2ECB-312EB3F33116}"/>
                    </a:ext>
                  </a:extLst>
                </p14:cNvPr>
                <p14:cNvContentPartPr/>
                <p14:nvPr/>
              </p14:nvContentPartPr>
              <p14:xfrm>
                <a:off x="6201934" y="4693767"/>
                <a:ext cx="182520" cy="288720"/>
              </p14:xfrm>
            </p:contentPart>
          </mc:Choice>
          <mc:Fallback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9F7B67DF-FC87-DE27-2ECB-312EB3F3311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95814" y="4687647"/>
                  <a:ext cx="1947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194A714F-CDA3-60F7-F952-8EDC9427868E}"/>
                    </a:ext>
                  </a:extLst>
                </p14:cNvPr>
                <p14:cNvContentPartPr/>
                <p14:nvPr/>
              </p14:nvContentPartPr>
              <p14:xfrm>
                <a:off x="6449974" y="4711767"/>
                <a:ext cx="156240" cy="243000"/>
              </p14:xfrm>
            </p:contentPart>
          </mc:Choice>
          <mc:Fallback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194A714F-CDA3-60F7-F952-8EDC942786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43854" y="4705647"/>
                  <a:ext cx="168480" cy="255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A69F3488-8AD6-A4B7-E735-20C8AE3AB69B}"/>
              </a:ext>
            </a:extLst>
          </p:cNvPr>
          <p:cNvSpPr/>
          <p:nvPr/>
        </p:nvSpPr>
        <p:spPr>
          <a:xfrm>
            <a:off x="3966443" y="2072224"/>
            <a:ext cx="1805651" cy="451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D46B736-3CFE-331D-3A5C-CE4B69C3FD71}"/>
              </a:ext>
            </a:extLst>
          </p:cNvPr>
          <p:cNvSpPr/>
          <p:nvPr/>
        </p:nvSpPr>
        <p:spPr>
          <a:xfrm>
            <a:off x="5390368" y="2536668"/>
            <a:ext cx="1805651" cy="451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7B78C1C1-5AA0-6F25-3950-85D1C1C26936}"/>
                  </a:ext>
                </a:extLst>
              </p14:cNvPr>
              <p14:cNvContentPartPr/>
              <p14:nvPr/>
            </p14:nvContentPartPr>
            <p14:xfrm>
              <a:off x="2025574" y="767967"/>
              <a:ext cx="82080" cy="179280"/>
            </p14:xfrm>
          </p:contentPart>
        </mc:Choice>
        <mc:Fallback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7B78C1C1-5AA0-6F25-3950-85D1C1C269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19454" y="761847"/>
                <a:ext cx="943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BD021D92-C6DF-DB6B-90CA-6E359A5B8350}"/>
                  </a:ext>
                </a:extLst>
              </p14:cNvPr>
              <p14:cNvContentPartPr/>
              <p14:nvPr/>
            </p14:nvContentPartPr>
            <p14:xfrm>
              <a:off x="3499414" y="901527"/>
              <a:ext cx="182520" cy="141840"/>
            </p14:xfrm>
          </p:contentPart>
        </mc:Choice>
        <mc:Fallback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BD021D92-C6DF-DB6B-90CA-6E359A5B835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93294" y="895407"/>
                <a:ext cx="1947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D52EA6EF-92F9-F330-747A-5047E3B0EDA5}"/>
                  </a:ext>
                </a:extLst>
              </p14:cNvPr>
              <p14:cNvContentPartPr/>
              <p14:nvPr/>
            </p14:nvContentPartPr>
            <p14:xfrm>
              <a:off x="4901254" y="932487"/>
              <a:ext cx="150480" cy="74520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D52EA6EF-92F9-F330-747A-5047E3B0EDA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95134" y="926367"/>
                <a:ext cx="162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04CD170E-F4FF-11F5-E8F4-0C6D390FA4B6}"/>
                  </a:ext>
                </a:extLst>
              </p14:cNvPr>
              <p14:cNvContentPartPr/>
              <p14:nvPr/>
            </p14:nvContentPartPr>
            <p14:xfrm>
              <a:off x="6078454" y="910527"/>
              <a:ext cx="111240" cy="138600"/>
            </p14:xfrm>
          </p:contentPart>
        </mc:Choice>
        <mc:Fallback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04CD170E-F4FF-11F5-E8F4-0C6D390FA4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72334" y="904407"/>
                <a:ext cx="1234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9A342BC8-E1C1-EB70-5105-CE86FBD5C861}"/>
                  </a:ext>
                </a:extLst>
              </p14:cNvPr>
              <p14:cNvContentPartPr/>
              <p14:nvPr/>
            </p14:nvContentPartPr>
            <p14:xfrm>
              <a:off x="3811534" y="-941673"/>
              <a:ext cx="360" cy="360"/>
            </p14:xfrm>
          </p:contentPart>
        </mc:Choice>
        <mc:Fallback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9A342BC8-E1C1-EB70-5105-CE86FBD5C8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02534" y="-9503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A4B73211-05C5-BF61-F65C-8F8280082EBF}"/>
                  </a:ext>
                </a:extLst>
              </p14:cNvPr>
              <p14:cNvContentPartPr/>
              <p14:nvPr/>
            </p14:nvContentPartPr>
            <p14:xfrm>
              <a:off x="1285774" y="396087"/>
              <a:ext cx="1860120" cy="1434240"/>
            </p14:xfrm>
          </p:contentPart>
        </mc:Choice>
        <mc:Fallback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A4B73211-05C5-BF61-F65C-8F8280082EB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76774" y="387447"/>
                <a:ext cx="1877760" cy="14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458B3AB9-84C2-F954-46EC-DC314D24B2DD}"/>
                  </a:ext>
                </a:extLst>
              </p14:cNvPr>
              <p14:cNvContentPartPr/>
              <p14:nvPr/>
            </p14:nvContentPartPr>
            <p14:xfrm>
              <a:off x="2567014" y="429927"/>
              <a:ext cx="1962720" cy="2151360"/>
            </p14:xfrm>
          </p:contentPart>
        </mc:Choice>
        <mc:Fallback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458B3AB9-84C2-F954-46EC-DC314D24B2D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58014" y="421287"/>
                <a:ext cx="1980360" cy="216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e 63">
            <a:extLst>
              <a:ext uri="{FF2B5EF4-FFF2-40B4-BE49-F238E27FC236}">
                <a16:creationId xmlns:a16="http://schemas.microsoft.com/office/drawing/2014/main" id="{60242F4B-1662-3668-3C87-8DDFA166A3DD}"/>
              </a:ext>
            </a:extLst>
          </p:cNvPr>
          <p:cNvGrpSpPr/>
          <p:nvPr/>
        </p:nvGrpSpPr>
        <p:grpSpPr>
          <a:xfrm>
            <a:off x="3971374" y="494007"/>
            <a:ext cx="2066400" cy="2480400"/>
            <a:chOff x="3971374" y="494007"/>
            <a:chExt cx="2066400" cy="248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8A6C621E-1B09-0F3B-7414-58AEA352C779}"/>
                    </a:ext>
                  </a:extLst>
                </p14:cNvPr>
                <p14:cNvContentPartPr/>
                <p14:nvPr/>
              </p14:nvContentPartPr>
              <p14:xfrm>
                <a:off x="3971374" y="2069727"/>
                <a:ext cx="65160" cy="39600"/>
              </p14:xfrm>
            </p:contentPart>
          </mc:Choice>
          <mc:Fallback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8A6C621E-1B09-0F3B-7414-58AEA352C7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62734" y="2061087"/>
                  <a:ext cx="82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64159CDA-506B-DCEF-B739-C04D76CC28ED}"/>
                    </a:ext>
                  </a:extLst>
                </p14:cNvPr>
                <p14:cNvContentPartPr/>
                <p14:nvPr/>
              </p14:nvContentPartPr>
              <p14:xfrm>
                <a:off x="3971374" y="494007"/>
                <a:ext cx="2066400" cy="2480400"/>
              </p14:xfrm>
            </p:contentPart>
          </mc:Choice>
          <mc:Fallback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64159CDA-506B-DCEF-B739-C04D76CC28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62734" y="485367"/>
                  <a:ext cx="2084040" cy="2498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A7261DE-31EE-FFB1-8821-C34DCDF617FC}"/>
              </a:ext>
            </a:extLst>
          </p:cNvPr>
          <p:cNvSpPr/>
          <p:nvPr/>
        </p:nvSpPr>
        <p:spPr>
          <a:xfrm>
            <a:off x="2504092" y="5207861"/>
            <a:ext cx="1805651" cy="451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36FF34D6-24BF-F639-EE33-CF61F6FDA645}"/>
              </a:ext>
            </a:extLst>
          </p:cNvPr>
          <p:cNvSpPr txBox="1"/>
          <p:nvPr/>
        </p:nvSpPr>
        <p:spPr>
          <a:xfrm>
            <a:off x="4336325" y="5248901"/>
            <a:ext cx="5520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 spectrogram of 25ms duration, 1kHz sampling rate</a:t>
            </a:r>
          </a:p>
        </p:txBody>
      </p:sp>
    </p:spTree>
    <p:extLst>
      <p:ext uri="{BB962C8B-B14F-4D97-AF65-F5344CB8AC3E}">
        <p14:creationId xmlns:p14="http://schemas.microsoft.com/office/powerpoint/2010/main" val="160523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9763DD9-3365-D261-5B7C-8869F54F4532}"/>
              </a:ext>
            </a:extLst>
          </p:cNvPr>
          <p:cNvSpPr txBox="1"/>
          <p:nvPr/>
        </p:nvSpPr>
        <p:spPr>
          <a:xfrm>
            <a:off x="393539" y="1990845"/>
            <a:ext cx="7104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set </a:t>
            </a:r>
            <a:r>
              <a:rPr lang="en-US" dirty="0" err="1"/>
              <a:t>mask_length</a:t>
            </a:r>
            <a:r>
              <a:rPr lang="en-US" dirty="0"/>
              <a:t> = 3 which corresponds to masks of 25*3 = 75ms</a:t>
            </a:r>
          </a:p>
          <a:p>
            <a:r>
              <a:rPr lang="en-US" dirty="0"/>
              <a:t>Let’s keep the </a:t>
            </a:r>
            <a:r>
              <a:rPr lang="en-US" dirty="0" err="1"/>
              <a:t>mask_prob</a:t>
            </a:r>
            <a:r>
              <a:rPr lang="en-US" dirty="0"/>
              <a:t> to 0.8 </a:t>
            </a:r>
          </a:p>
        </p:txBody>
      </p:sp>
    </p:spTree>
    <p:extLst>
      <p:ext uri="{BB962C8B-B14F-4D97-AF65-F5344CB8AC3E}">
        <p14:creationId xmlns:p14="http://schemas.microsoft.com/office/powerpoint/2010/main" val="353083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4440</TotalTime>
  <Words>541</Words>
  <Application>Microsoft Macintosh PowerPoint</Application>
  <PresentationFormat>Grand écran</PresentationFormat>
  <Paragraphs>61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Thème Office</vt:lpstr>
      <vt:lpstr>HuBERT 4 Zeebees </vt:lpstr>
      <vt:lpstr>Pre training - iteration 1 (250k steps)</vt:lpstr>
      <vt:lpstr>Pre training – Loss functions</vt:lpstr>
      <vt:lpstr>Pre training – Loss functions</vt:lpstr>
      <vt:lpstr>Pre training</vt:lpstr>
      <vt:lpstr>Pre training – iteration 2 (400k steps)</vt:lpstr>
      <vt:lpstr>Fine tuning of transformer weights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 Elie</dc:creator>
  <cp:lastModifiedBy>Julie Elie</cp:lastModifiedBy>
  <cp:revision>15</cp:revision>
  <dcterms:created xsi:type="dcterms:W3CDTF">2025-10-16T16:54:30Z</dcterms:created>
  <dcterms:modified xsi:type="dcterms:W3CDTF">2025-10-31T22:03:40Z</dcterms:modified>
</cp:coreProperties>
</file>